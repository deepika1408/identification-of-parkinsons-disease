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61"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3A1B2-34A2-432F-93C2-ECDEA0F7788D}" v="16" dt="2023-05-11T08:22:48.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44" autoAdjust="0"/>
    <p:restoredTop sz="91440" autoAdjust="0"/>
  </p:normalViewPr>
  <p:slideViewPr>
    <p:cSldViewPr snapToGrid="0" snapToObjects="1" showGuides="1">
      <p:cViewPr varScale="1">
        <p:scale>
          <a:sx n="17" d="100"/>
          <a:sy n="17" d="100"/>
        </p:scale>
        <p:origin x="1896"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run" userId="f9abc0bbf94c7466" providerId="LiveId" clId="{2413A1B2-34A2-432F-93C2-ECDEA0F7788D}"/>
    <pc:docChg chg="undo redo custSel modSld">
      <pc:chgData name="Tharun" userId="f9abc0bbf94c7466" providerId="LiveId" clId="{2413A1B2-34A2-432F-93C2-ECDEA0F7788D}" dt="2023-05-11T08:30:34.736" v="836" actId="207"/>
      <pc:docMkLst>
        <pc:docMk/>
      </pc:docMkLst>
      <pc:sldChg chg="addSp delSp modSp mod">
        <pc:chgData name="Tharun" userId="f9abc0bbf94c7466" providerId="LiveId" clId="{2413A1B2-34A2-432F-93C2-ECDEA0F7788D}" dt="2023-05-11T08:30:34.736" v="836" actId="207"/>
        <pc:sldMkLst>
          <pc:docMk/>
          <pc:sldMk cId="1078292462" sldId="261"/>
        </pc:sldMkLst>
        <pc:spChg chg="mod">
          <ac:chgData name="Tharun" userId="f9abc0bbf94c7466" providerId="LiveId" clId="{2413A1B2-34A2-432F-93C2-ECDEA0F7788D}" dt="2023-05-11T08:20:29.226" v="815" actId="123"/>
          <ac:spMkLst>
            <pc:docMk/>
            <pc:sldMk cId="1078292462" sldId="261"/>
            <ac:spMk id="2" creationId="{56CA2AE3-A2B9-A943-B775-C2EAE7BFBB4B}"/>
          </ac:spMkLst>
        </pc:spChg>
        <pc:spChg chg="mod">
          <ac:chgData name="Tharun" userId="f9abc0bbf94c7466" providerId="LiveId" clId="{2413A1B2-34A2-432F-93C2-ECDEA0F7788D}" dt="2023-05-11T08:29:57.348" v="831" actId="207"/>
          <ac:spMkLst>
            <pc:docMk/>
            <pc:sldMk cId="1078292462" sldId="261"/>
            <ac:spMk id="3" creationId="{1653A7BA-709B-4740-9D17-4AF3870E1700}"/>
          </ac:spMkLst>
        </pc:spChg>
        <pc:spChg chg="mod">
          <ac:chgData name="Tharun" userId="f9abc0bbf94c7466" providerId="LiveId" clId="{2413A1B2-34A2-432F-93C2-ECDEA0F7788D}" dt="2023-05-11T07:45:09.790" v="310" actId="14100"/>
          <ac:spMkLst>
            <pc:docMk/>
            <pc:sldMk cId="1078292462" sldId="261"/>
            <ac:spMk id="4" creationId="{D95D1E09-B796-B04E-9177-E1BD0E84821A}"/>
          </ac:spMkLst>
        </pc:spChg>
        <pc:spChg chg="mod">
          <ac:chgData name="Tharun" userId="f9abc0bbf94c7466" providerId="LiveId" clId="{2413A1B2-34A2-432F-93C2-ECDEA0F7788D}" dt="2023-05-11T07:50:19.477" v="313" actId="1076"/>
          <ac:spMkLst>
            <pc:docMk/>
            <pc:sldMk cId="1078292462" sldId="261"/>
            <ac:spMk id="6" creationId="{8E4A4F40-81CE-AB43-800B-E8E009473610}"/>
          </ac:spMkLst>
        </pc:spChg>
        <pc:spChg chg="mod">
          <ac:chgData name="Tharun" userId="f9abc0bbf94c7466" providerId="LiveId" clId="{2413A1B2-34A2-432F-93C2-ECDEA0F7788D}" dt="2023-05-11T08:30:15.462" v="833" actId="207"/>
          <ac:spMkLst>
            <pc:docMk/>
            <pc:sldMk cId="1078292462" sldId="261"/>
            <ac:spMk id="7" creationId="{4F0712C1-8AD9-944F-935E-86F61F6BAE67}"/>
          </ac:spMkLst>
        </pc:spChg>
        <pc:spChg chg="mod">
          <ac:chgData name="Tharun" userId="f9abc0bbf94c7466" providerId="LiveId" clId="{2413A1B2-34A2-432F-93C2-ECDEA0F7788D}" dt="2023-05-11T08:30:28.970" v="835" actId="207"/>
          <ac:spMkLst>
            <pc:docMk/>
            <pc:sldMk cId="1078292462" sldId="261"/>
            <ac:spMk id="8" creationId="{8DC7945D-8526-9341-BE86-0A5DA5DA04D7}"/>
          </ac:spMkLst>
        </pc:spChg>
        <pc:spChg chg="mod">
          <ac:chgData name="Tharun" userId="f9abc0bbf94c7466" providerId="LiveId" clId="{2413A1B2-34A2-432F-93C2-ECDEA0F7788D}" dt="2023-05-11T08:07:01.100" v="674" actId="1076"/>
          <ac:spMkLst>
            <pc:docMk/>
            <pc:sldMk cId="1078292462" sldId="261"/>
            <ac:spMk id="9" creationId="{173667CD-4E00-2047-8C4A-BF23F28E04C2}"/>
          </ac:spMkLst>
        </pc:spChg>
        <pc:spChg chg="mod">
          <ac:chgData name="Tharun" userId="f9abc0bbf94c7466" providerId="LiveId" clId="{2413A1B2-34A2-432F-93C2-ECDEA0F7788D}" dt="2023-05-11T08:30:34.736" v="836" actId="207"/>
          <ac:spMkLst>
            <pc:docMk/>
            <pc:sldMk cId="1078292462" sldId="261"/>
            <ac:spMk id="10" creationId="{AA359930-64F2-DB41-97F9-5768B7D2119A}"/>
          </ac:spMkLst>
        </pc:spChg>
        <pc:spChg chg="mod">
          <ac:chgData name="Tharun" userId="f9abc0bbf94c7466" providerId="LiveId" clId="{2413A1B2-34A2-432F-93C2-ECDEA0F7788D}" dt="2023-05-11T08:08:06.086" v="699" actId="14100"/>
          <ac:spMkLst>
            <pc:docMk/>
            <pc:sldMk cId="1078292462" sldId="261"/>
            <ac:spMk id="11" creationId="{D0AF34D3-7949-184E-A501-EAF821E59564}"/>
          </ac:spMkLst>
        </pc:spChg>
        <pc:spChg chg="mod">
          <ac:chgData name="Tharun" userId="f9abc0bbf94c7466" providerId="LiveId" clId="{2413A1B2-34A2-432F-93C2-ECDEA0F7788D}" dt="2023-05-11T08:09:26.113" v="705" actId="1076"/>
          <ac:spMkLst>
            <pc:docMk/>
            <pc:sldMk cId="1078292462" sldId="261"/>
            <ac:spMk id="14" creationId="{407CC639-96C9-C046-857E-3D4AACC9922D}"/>
          </ac:spMkLst>
        </pc:spChg>
        <pc:spChg chg="mod">
          <ac:chgData name="Tharun" userId="f9abc0bbf94c7466" providerId="LiveId" clId="{2413A1B2-34A2-432F-93C2-ECDEA0F7788D}" dt="2023-05-11T08:08:31.902" v="701" actId="1076"/>
          <ac:spMkLst>
            <pc:docMk/>
            <pc:sldMk cId="1078292462" sldId="261"/>
            <ac:spMk id="15" creationId="{F0775FEC-D238-64AD-9ABE-33D6F13A9DA9}"/>
          </ac:spMkLst>
        </pc:spChg>
        <pc:spChg chg="mod">
          <ac:chgData name="Tharun" userId="f9abc0bbf94c7466" providerId="LiveId" clId="{2413A1B2-34A2-432F-93C2-ECDEA0F7788D}" dt="2023-05-11T08:22:16.430" v="825"/>
          <ac:spMkLst>
            <pc:docMk/>
            <pc:sldMk cId="1078292462" sldId="261"/>
            <ac:spMk id="16" creationId="{92B7211F-F9BF-2341-8FA4-6BFFF71C3260}"/>
          </ac:spMkLst>
        </pc:spChg>
        <pc:spChg chg="mod">
          <ac:chgData name="Tharun" userId="f9abc0bbf94c7466" providerId="LiveId" clId="{2413A1B2-34A2-432F-93C2-ECDEA0F7788D}" dt="2023-05-11T08:13:14.382" v="741" actId="207"/>
          <ac:spMkLst>
            <pc:docMk/>
            <pc:sldMk cId="1078292462" sldId="261"/>
            <ac:spMk id="17" creationId="{FA414139-9C25-2A4B-AABF-50AFEECB204B}"/>
          </ac:spMkLst>
        </pc:spChg>
        <pc:spChg chg="mod">
          <ac:chgData name="Tharun" userId="f9abc0bbf94c7466" providerId="LiveId" clId="{2413A1B2-34A2-432F-93C2-ECDEA0F7788D}" dt="2023-05-11T08:29:50.988" v="830" actId="207"/>
          <ac:spMkLst>
            <pc:docMk/>
            <pc:sldMk cId="1078292462" sldId="261"/>
            <ac:spMk id="20" creationId="{F11CDD19-2E53-28BC-2DAC-D5FFEB287950}"/>
          </ac:spMkLst>
        </pc:spChg>
        <pc:spChg chg="mod">
          <ac:chgData name="Tharun" userId="f9abc0bbf94c7466" providerId="LiveId" clId="{2413A1B2-34A2-432F-93C2-ECDEA0F7788D}" dt="2023-05-11T08:30:02.173" v="832" actId="207"/>
          <ac:spMkLst>
            <pc:docMk/>
            <pc:sldMk cId="1078292462" sldId="261"/>
            <ac:spMk id="21" creationId="{A653B4A3-5B6E-CD9D-4C79-239DC3CDBCC7}"/>
          </ac:spMkLst>
        </pc:spChg>
        <pc:spChg chg="mod">
          <ac:chgData name="Tharun" userId="f9abc0bbf94c7466" providerId="LiveId" clId="{2413A1B2-34A2-432F-93C2-ECDEA0F7788D}" dt="2023-05-11T08:15:52.864" v="758" actId="1076"/>
          <ac:spMkLst>
            <pc:docMk/>
            <pc:sldMk cId="1078292462" sldId="261"/>
            <ac:spMk id="22" creationId="{C8619CB0-D285-D059-6522-DA722222DF2F}"/>
          </ac:spMkLst>
        </pc:spChg>
        <pc:spChg chg="add mod">
          <ac:chgData name="Tharun" userId="f9abc0bbf94c7466" providerId="LiveId" clId="{2413A1B2-34A2-432F-93C2-ECDEA0F7788D}" dt="2023-05-11T08:23:27.477" v="829" actId="2711"/>
          <ac:spMkLst>
            <pc:docMk/>
            <pc:sldMk cId="1078292462" sldId="261"/>
            <ac:spMk id="23" creationId="{0FF2A4A5-4127-7BDF-EA56-57A3BAAED24E}"/>
          </ac:spMkLst>
        </pc:spChg>
        <pc:spChg chg="add del">
          <ac:chgData name="Tharun" userId="f9abc0bbf94c7466" providerId="LiveId" clId="{2413A1B2-34A2-432F-93C2-ECDEA0F7788D}" dt="2023-05-11T08:00:59.262" v="473" actId="22"/>
          <ac:spMkLst>
            <pc:docMk/>
            <pc:sldMk cId="1078292462" sldId="261"/>
            <ac:spMk id="24" creationId="{84A4FE4C-55D8-CDE7-19E2-7FF2E7685260}"/>
          </ac:spMkLst>
        </pc:spChg>
        <pc:spChg chg="mod">
          <ac:chgData name="Tharun" userId="f9abc0bbf94c7466" providerId="LiveId" clId="{2413A1B2-34A2-432F-93C2-ECDEA0F7788D}" dt="2023-05-11T08:30:22.501" v="834" actId="207"/>
          <ac:spMkLst>
            <pc:docMk/>
            <pc:sldMk cId="1078292462" sldId="261"/>
            <ac:spMk id="26" creationId="{CCA567A2-CF88-47E4-96EC-3ABE640138C1}"/>
          </ac:spMkLst>
        </pc:spChg>
        <pc:spChg chg="add mod">
          <ac:chgData name="Tharun" userId="f9abc0bbf94c7466" providerId="LiveId" clId="{2413A1B2-34A2-432F-93C2-ECDEA0F7788D}" dt="2023-05-11T08:07:33.880" v="694" actId="20577"/>
          <ac:spMkLst>
            <pc:docMk/>
            <pc:sldMk cId="1078292462" sldId="261"/>
            <ac:spMk id="27" creationId="{C1BB6DFA-496B-F6D1-A757-097DCA15ACE4}"/>
          </ac:spMkLst>
        </pc:spChg>
        <pc:spChg chg="mod">
          <ac:chgData name="Tharun" userId="f9abc0bbf94c7466" providerId="LiveId" clId="{2413A1B2-34A2-432F-93C2-ECDEA0F7788D}" dt="2023-05-11T07:37:35.900" v="41"/>
          <ac:spMkLst>
            <pc:docMk/>
            <pc:sldMk cId="1078292462" sldId="261"/>
            <ac:spMk id="29" creationId="{0128592D-F063-A920-521D-73982A76961A}"/>
          </ac:spMkLst>
        </pc:spChg>
        <pc:spChg chg="mod">
          <ac:chgData name="Tharun" userId="f9abc0bbf94c7466" providerId="LiveId" clId="{2413A1B2-34A2-432F-93C2-ECDEA0F7788D}" dt="2023-05-11T08:19:28.770" v="814" actId="20577"/>
          <ac:spMkLst>
            <pc:docMk/>
            <pc:sldMk cId="1078292462" sldId="261"/>
            <ac:spMk id="37" creationId="{972B6A6C-14EA-DBC3-8213-E9EC655A04C0}"/>
          </ac:spMkLst>
        </pc:spChg>
        <pc:picChg chg="add del mod">
          <ac:chgData name="Tharun" userId="f9abc0bbf94c7466" providerId="LiveId" clId="{2413A1B2-34A2-432F-93C2-ECDEA0F7788D}" dt="2023-05-11T07:35:06.981" v="9"/>
          <ac:picMkLst>
            <pc:docMk/>
            <pc:sldMk cId="1078292462" sldId="261"/>
            <ac:picMk id="5" creationId="{32D3B3D7-E01A-D406-6F76-CB1B54B642CB}"/>
          </ac:picMkLst>
        </pc:picChg>
        <pc:picChg chg="add mod">
          <ac:chgData name="Tharun" userId="f9abc0bbf94c7466" providerId="LiveId" clId="{2413A1B2-34A2-432F-93C2-ECDEA0F7788D}" dt="2023-05-11T08:00:40.696" v="471" actId="14100"/>
          <ac:picMkLst>
            <pc:docMk/>
            <pc:sldMk cId="1078292462" sldId="261"/>
            <ac:picMk id="5" creationId="{7BD1695E-FE7E-BB81-4945-F6394042877D}"/>
          </ac:picMkLst>
        </pc:picChg>
        <pc:picChg chg="add mod">
          <ac:chgData name="Tharun" userId="f9abc0bbf94c7466" providerId="LiveId" clId="{2413A1B2-34A2-432F-93C2-ECDEA0F7788D}" dt="2023-05-11T08:00:38.081" v="470" actId="1076"/>
          <ac:picMkLst>
            <pc:docMk/>
            <pc:sldMk cId="1078292462" sldId="261"/>
            <ac:picMk id="12" creationId="{347ADA98-0761-D17C-2E09-FF661A2DB854}"/>
          </ac:picMkLst>
        </pc:picChg>
        <pc:picChg chg="del">
          <ac:chgData name="Tharun" userId="f9abc0bbf94c7466" providerId="LiveId" clId="{2413A1B2-34A2-432F-93C2-ECDEA0F7788D}" dt="2023-05-11T07:37:06.664" v="29" actId="478"/>
          <ac:picMkLst>
            <pc:docMk/>
            <pc:sldMk cId="1078292462" sldId="261"/>
            <ac:picMk id="12" creationId="{F8FCEDCF-3B99-A303-1C59-E61167AF5994}"/>
          </ac:picMkLst>
        </pc:picChg>
        <pc:picChg chg="add mod">
          <ac:chgData name="Tharun" userId="f9abc0bbf94c7466" providerId="LiveId" clId="{2413A1B2-34A2-432F-93C2-ECDEA0F7788D}" dt="2023-05-11T07:37:29.390" v="40" actId="1076"/>
          <ac:picMkLst>
            <pc:docMk/>
            <pc:sldMk cId="1078292462" sldId="261"/>
            <ac:picMk id="13" creationId="{6B00A571-8D72-6919-A9B9-F179E8E9DE56}"/>
          </ac:picMkLst>
        </pc:picChg>
        <pc:picChg chg="add mod">
          <ac:chgData name="Tharun" userId="f9abc0bbf94c7466" providerId="LiveId" clId="{2413A1B2-34A2-432F-93C2-ECDEA0F7788D}" dt="2023-05-11T07:45:03.930" v="309" actId="14100"/>
          <ac:picMkLst>
            <pc:docMk/>
            <pc:sldMk cId="1078292462" sldId="261"/>
            <ac:picMk id="18" creationId="{47A61BCD-B345-D1FA-D012-32055F6B04ED}"/>
          </ac:picMkLst>
        </pc:picChg>
        <pc:picChg chg="add mod">
          <ac:chgData name="Tharun" userId="f9abc0bbf94c7466" providerId="LiveId" clId="{2413A1B2-34A2-432F-93C2-ECDEA0F7788D}" dt="2023-05-11T07:45:00.602" v="308" actId="14100"/>
          <ac:picMkLst>
            <pc:docMk/>
            <pc:sldMk cId="1078292462" sldId="261"/>
            <ac:picMk id="19" creationId="{43C53A91-75B9-2347-40B0-04D62425E57C}"/>
          </ac:picMkLst>
        </pc:picChg>
        <pc:picChg chg="del">
          <ac:chgData name="Tharun" userId="f9abc0bbf94c7466" providerId="LiveId" clId="{2413A1B2-34A2-432F-93C2-ECDEA0F7788D}" dt="2023-05-11T07:54:46.965" v="339" actId="478"/>
          <ac:picMkLst>
            <pc:docMk/>
            <pc:sldMk cId="1078292462" sldId="261"/>
            <ac:picMk id="23" creationId="{3E129D7B-3275-06DA-714F-FA2FF9601F38}"/>
          </ac:picMkLst>
        </pc:picChg>
        <pc:picChg chg="add mod">
          <ac:chgData name="Tharun" userId="f9abc0bbf94c7466" providerId="LiveId" clId="{2413A1B2-34A2-432F-93C2-ECDEA0F7788D}" dt="2023-05-11T07:51:55.307" v="321" actId="1076"/>
          <ac:picMkLst>
            <pc:docMk/>
            <pc:sldMk cId="1078292462" sldId="261"/>
            <ac:picMk id="25" creationId="{7CC6F5EB-A0FB-31D6-CAAF-2895A38A3353}"/>
          </ac:picMkLst>
        </pc:picChg>
        <pc:picChg chg="del">
          <ac:chgData name="Tharun" userId="f9abc0bbf94c7466" providerId="LiveId" clId="{2413A1B2-34A2-432F-93C2-ECDEA0F7788D}" dt="2023-05-11T07:52:44.350" v="325" actId="478"/>
          <ac:picMkLst>
            <pc:docMk/>
            <pc:sldMk cId="1078292462" sldId="261"/>
            <ac:picMk id="27" creationId="{8BE9A0BF-9EF3-723E-9128-B14BEEC81ACF}"/>
          </ac:picMkLst>
        </pc:picChg>
        <pc:picChg chg="del">
          <ac:chgData name="Tharun" userId="f9abc0bbf94c7466" providerId="LiveId" clId="{2413A1B2-34A2-432F-93C2-ECDEA0F7788D}" dt="2023-05-11T07:35:13.661" v="10" actId="478"/>
          <ac:picMkLst>
            <pc:docMk/>
            <pc:sldMk cId="1078292462" sldId="261"/>
            <ac:picMk id="28" creationId="{21A333B0-D111-88C1-C7C6-741C0BD10917}"/>
          </ac:picMkLst>
        </pc:picChg>
        <pc:picChg chg="add mod">
          <ac:chgData name="Tharun" userId="f9abc0bbf94c7466" providerId="LiveId" clId="{2413A1B2-34A2-432F-93C2-ECDEA0F7788D}" dt="2023-05-11T08:04:45.127" v="657" actId="1076"/>
          <ac:picMkLst>
            <pc:docMk/>
            <pc:sldMk cId="1078292462" sldId="261"/>
            <ac:picMk id="28" creationId="{D22F029A-7D68-23A6-47C3-6CB99F5C51AF}"/>
          </ac:picMkLst>
        </pc:picChg>
        <pc:picChg chg="del">
          <ac:chgData name="Tharun" userId="f9abc0bbf94c7466" providerId="LiveId" clId="{2413A1B2-34A2-432F-93C2-ECDEA0F7788D}" dt="2023-05-11T07:36:51.403" v="25" actId="478"/>
          <ac:picMkLst>
            <pc:docMk/>
            <pc:sldMk cId="1078292462" sldId="261"/>
            <ac:picMk id="30" creationId="{4877285D-A8C3-445A-3E16-F779FB2562DA}"/>
          </ac:picMkLst>
        </pc:picChg>
        <pc:picChg chg="add mod">
          <ac:chgData name="Tharun" userId="f9abc0bbf94c7466" providerId="LiveId" clId="{2413A1B2-34A2-432F-93C2-ECDEA0F7788D}" dt="2023-05-11T08:03:52.297" v="645" actId="14100"/>
          <ac:picMkLst>
            <pc:docMk/>
            <pc:sldMk cId="1078292462" sldId="261"/>
            <ac:picMk id="30" creationId="{BDD41972-69B5-D5B6-A330-56867F3D6ADA}"/>
          </ac:picMkLst>
        </pc:picChg>
        <pc:picChg chg="add mod">
          <ac:chgData name="Tharun" userId="f9abc0bbf94c7466" providerId="LiveId" clId="{2413A1B2-34A2-432F-93C2-ECDEA0F7788D}" dt="2023-05-11T08:04:20.528" v="651" actId="14100"/>
          <ac:picMkLst>
            <pc:docMk/>
            <pc:sldMk cId="1078292462" sldId="261"/>
            <ac:picMk id="31" creationId="{7DE33679-EB31-0699-AE01-461E14B56EE1}"/>
          </ac:picMkLst>
        </pc:picChg>
        <pc:picChg chg="del">
          <ac:chgData name="Tharun" userId="f9abc0bbf94c7466" providerId="LiveId" clId="{2413A1B2-34A2-432F-93C2-ECDEA0F7788D}" dt="2023-05-11T07:56:01.188" v="357" actId="478"/>
          <ac:picMkLst>
            <pc:docMk/>
            <pc:sldMk cId="1078292462" sldId="261"/>
            <ac:picMk id="31" creationId="{DE5D7453-D791-42B6-4925-7F3D1051CC23}"/>
          </ac:picMkLst>
        </pc:picChg>
        <pc:picChg chg="del">
          <ac:chgData name="Tharun" userId="f9abc0bbf94c7466" providerId="LiveId" clId="{2413A1B2-34A2-432F-93C2-ECDEA0F7788D}" dt="2023-05-11T07:56:01.750" v="358" actId="478"/>
          <ac:picMkLst>
            <pc:docMk/>
            <pc:sldMk cId="1078292462" sldId="261"/>
            <ac:picMk id="32" creationId="{AF402945-B0A1-4FD3-81A2-E5B7BE7A0CAA}"/>
          </ac:picMkLst>
        </pc:picChg>
        <pc:picChg chg="add mod">
          <ac:chgData name="Tharun" userId="f9abc0bbf94c7466" providerId="LiveId" clId="{2413A1B2-34A2-432F-93C2-ECDEA0F7788D}" dt="2023-05-11T08:04:27.946" v="653" actId="14100"/>
          <ac:picMkLst>
            <pc:docMk/>
            <pc:sldMk cId="1078292462" sldId="261"/>
            <ac:picMk id="32" creationId="{C51BC0D3-50E1-504B-A8B3-FA15C597B3E3}"/>
          </ac:picMkLst>
        </pc:picChg>
        <pc:picChg chg="add mod">
          <ac:chgData name="Tharun" userId="f9abc0bbf94c7466" providerId="LiveId" clId="{2413A1B2-34A2-432F-93C2-ECDEA0F7788D}" dt="2023-05-11T08:16:01.446" v="759" actId="14100"/>
          <ac:picMkLst>
            <pc:docMk/>
            <pc:sldMk cId="1078292462" sldId="261"/>
            <ac:picMk id="33" creationId="{2424360E-2DFC-36EC-0806-659DF2FD1EAD}"/>
          </ac:picMkLst>
        </pc:picChg>
        <pc:picChg chg="del">
          <ac:chgData name="Tharun" userId="f9abc0bbf94c7466" providerId="LiveId" clId="{2413A1B2-34A2-432F-93C2-ECDEA0F7788D}" dt="2023-05-11T07:56:00.502" v="356" actId="478"/>
          <ac:picMkLst>
            <pc:docMk/>
            <pc:sldMk cId="1078292462" sldId="261"/>
            <ac:picMk id="33" creationId="{CB0EE212-AF0E-0212-3C35-0F90AADE5E9C}"/>
          </ac:picMkLst>
        </pc:picChg>
        <pc:picChg chg="del">
          <ac:chgData name="Tharun" userId="f9abc0bbf94c7466" providerId="LiveId" clId="{2413A1B2-34A2-432F-93C2-ECDEA0F7788D}" dt="2023-05-11T07:55:59.365" v="355" actId="478"/>
          <ac:picMkLst>
            <pc:docMk/>
            <pc:sldMk cId="1078292462" sldId="261"/>
            <ac:picMk id="34" creationId="{6A34858D-85BE-704D-49DD-ECAE19BE859C}"/>
          </ac:picMkLst>
        </pc:picChg>
        <pc:picChg chg="del">
          <ac:chgData name="Tharun" userId="f9abc0bbf94c7466" providerId="LiveId" clId="{2413A1B2-34A2-432F-93C2-ECDEA0F7788D}" dt="2023-05-11T07:55:57.181" v="354" actId="478"/>
          <ac:picMkLst>
            <pc:docMk/>
            <pc:sldMk cId="1078292462" sldId="261"/>
            <ac:picMk id="35" creationId="{12DD2F51-CA4A-B704-86E1-8B8A9732C673}"/>
          </ac:picMkLst>
        </pc:picChg>
        <pc:picChg chg="del">
          <ac:chgData name="Tharun" userId="f9abc0bbf94c7466" providerId="LiveId" clId="{2413A1B2-34A2-432F-93C2-ECDEA0F7788D}" dt="2023-05-11T07:55:56.117" v="353" actId="478"/>
          <ac:picMkLst>
            <pc:docMk/>
            <pc:sldMk cId="1078292462" sldId="261"/>
            <ac:picMk id="36" creationId="{DB7F3081-159B-4C62-3E30-54DE5ADBF562}"/>
          </ac:picMkLst>
        </pc:picChg>
        <pc:picChg chg="add mod">
          <ac:chgData name="Tharun" userId="f9abc0bbf94c7466" providerId="LiveId" clId="{2413A1B2-34A2-432F-93C2-ECDEA0F7788D}" dt="2023-05-11T08:08:20.342" v="700" actId="1076"/>
          <ac:picMkLst>
            <pc:docMk/>
            <pc:sldMk cId="1078292462" sldId="261"/>
            <ac:picMk id="39" creationId="{4EEF44D0-3460-83CE-AA60-C7555951CFE2}"/>
          </ac:picMkLst>
        </pc:picChg>
        <pc:picChg chg="add del">
          <ac:chgData name="Tharun" userId="f9abc0bbf94c7466" providerId="LiveId" clId="{2413A1B2-34A2-432F-93C2-ECDEA0F7788D}" dt="2023-05-11T07:53:40.901" v="335" actId="22"/>
          <ac:picMkLst>
            <pc:docMk/>
            <pc:sldMk cId="1078292462" sldId="261"/>
            <ac:picMk id="41" creationId="{9CAD5D46-46AD-C91D-23FE-FB0D1A4764AB}"/>
          </ac:picMkLst>
        </pc:picChg>
        <pc:picChg chg="add mod">
          <ac:chgData name="Tharun" userId="f9abc0bbf94c7466" providerId="LiveId" clId="{2413A1B2-34A2-432F-93C2-ECDEA0F7788D}" dt="2023-05-11T08:15:50.093" v="757" actId="1076"/>
          <ac:picMkLst>
            <pc:docMk/>
            <pc:sldMk cId="1078292462" sldId="261"/>
            <ac:picMk id="42" creationId="{AC7C236D-9F1D-7C28-CDDD-A444B2D666CD}"/>
          </ac:picMkLst>
        </pc:picChg>
        <pc:picChg chg="add del mod">
          <ac:chgData name="Tharun" userId="f9abc0bbf94c7466" providerId="LiveId" clId="{2413A1B2-34A2-432F-93C2-ECDEA0F7788D}" dt="2023-05-11T07:57:25.520" v="367" actId="478"/>
          <ac:picMkLst>
            <pc:docMk/>
            <pc:sldMk cId="1078292462" sldId="261"/>
            <ac:picMk id="44" creationId="{2ADFA862-FCF5-78DC-773A-085AE48E6688}"/>
          </ac:picMkLst>
        </pc:picChg>
        <pc:picChg chg="add del">
          <ac:chgData name="Tharun" userId="f9abc0bbf94c7466" providerId="LiveId" clId="{2413A1B2-34A2-432F-93C2-ECDEA0F7788D}" dt="2023-05-11T07:56:58.806" v="361" actId="22"/>
          <ac:picMkLst>
            <pc:docMk/>
            <pc:sldMk cId="1078292462" sldId="261"/>
            <ac:picMk id="46" creationId="{E0302D9C-3C85-1952-AF84-24983E781DD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5/11/2023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5/11/2023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617998"/>
            <a:ext cx="10056813" cy="8325329"/>
          </a:xfrm>
          <a:prstGeom prst="rect">
            <a:avLst/>
          </a:prstGeom>
          <a:solidFill>
            <a:schemeClr val="bg2"/>
          </a:solidFill>
        </p:spPr>
        <p:txBody>
          <a:bodyPr wrap="square" lIns="228589" tIns="228589" rIns="228589" bIns="228589">
            <a:noAutofit/>
          </a:bodyPr>
          <a:lstStyle>
            <a:lvl1pPr marL="0" marR="0" indent="0" algn="l" defTabSz="4388900" rtl="0" eaLnBrk="1" fontAlgn="auto" latinLnBrk="0" hangingPunct="1">
              <a:lnSpc>
                <a:spcPct val="100000"/>
              </a:lnSpc>
              <a:spcBef>
                <a:spcPct val="20000"/>
              </a:spcBef>
              <a:spcAft>
                <a:spcPts val="0"/>
              </a:spcAft>
              <a:buClrTx/>
              <a:buSzTx/>
              <a:buFont typeface="Arial" pitchFamily="34" charset="0"/>
              <a:buNone/>
              <a:tabLst/>
              <a:defRPr sz="36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marL="0" marR="0" lvl="0" indent="0" algn="l" defTabSz="4388900" rtl="0" eaLnBrk="1" fontAlgn="auto" latinLnBrk="0" hangingPunct="1">
              <a:lnSpc>
                <a:spcPct val="100000"/>
              </a:lnSpc>
              <a:spcBef>
                <a:spcPct val="20000"/>
              </a:spcBef>
              <a:spcAft>
                <a:spcPts val="0"/>
              </a:spcAft>
              <a:buClrTx/>
              <a:buSzTx/>
              <a:buFont typeface="Arial" pitchFamily="34" charset="0"/>
              <a:buNone/>
              <a:tabLst/>
              <a:defRPr/>
            </a:pPr>
            <a:r>
              <a:rPr lang="en-US" dirty="0"/>
              <a:t>Introduction or Abstract</a:t>
            </a:r>
          </a:p>
        </p:txBody>
      </p:sp>
      <p:sp>
        <p:nvSpPr>
          <p:cNvPr id="20" name="Text Placeholder 5"/>
          <p:cNvSpPr>
            <a:spLocks noGrp="1"/>
          </p:cNvSpPr>
          <p:nvPr>
            <p:ph type="body" sz="quarter" idx="20" hasCustomPrompt="1"/>
          </p:nvPr>
        </p:nvSpPr>
        <p:spPr>
          <a:xfrm>
            <a:off x="477825" y="14281762"/>
            <a:ext cx="10050462" cy="615545"/>
          </a:xfrm>
          <a:prstGeom prst="rect">
            <a:avLst/>
          </a:prstGeom>
          <a:solidFill>
            <a:schemeClr val="accent6"/>
          </a:solidFill>
          <a:ln>
            <a:noFill/>
          </a:ln>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617998"/>
            <a:ext cx="10048875" cy="615545"/>
          </a:xfrm>
          <a:prstGeom prst="rect">
            <a:avLst/>
          </a:prstGeom>
          <a:solidFill>
            <a:schemeClr val="accent6"/>
          </a:solidFill>
          <a:ln>
            <a:noFill/>
          </a:ln>
        </p:spPr>
        <p:txBody>
          <a:bodyPr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617998"/>
            <a:ext cx="10058400" cy="615545"/>
          </a:xfrm>
          <a:prstGeom prst="rect">
            <a:avLst/>
          </a:prstGeom>
          <a:solidFill>
            <a:schemeClr val="accent6"/>
          </a:solidFill>
          <a:ln>
            <a:noFill/>
          </a:ln>
        </p:spPr>
        <p:txBody>
          <a:bodyPr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617998"/>
            <a:ext cx="10047018" cy="615545"/>
          </a:xfrm>
          <a:prstGeom prst="rect">
            <a:avLst/>
          </a:prstGeom>
          <a:solidFill>
            <a:schemeClr val="accent6"/>
          </a:solidFill>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92530"/>
          </a:xfrm>
          <a:prstGeom prst="rect">
            <a:avLst/>
          </a:prstGeom>
          <a:ln>
            <a:noFill/>
          </a:ln>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341987"/>
            <a:ext cx="10047018" cy="615545"/>
          </a:xfrm>
          <a:prstGeom prst="rect">
            <a:avLst/>
          </a:prstGeom>
          <a:solidFill>
            <a:schemeClr val="accent6"/>
          </a:solidFill>
          <a:ln>
            <a:noFill/>
          </a:ln>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748651"/>
            <a:ext cx="10047018" cy="615545"/>
          </a:xfrm>
          <a:prstGeom prst="rect">
            <a:avLst/>
          </a:prstGeom>
          <a:solidFill>
            <a:schemeClr val="accent6"/>
          </a:solidFill>
          <a:ln>
            <a:noFill/>
          </a:ln>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477831" y="3842821"/>
            <a:ext cx="32389761" cy="834592"/>
          </a:xfrm>
          <a:prstGeom prst="rect">
            <a:avLst/>
          </a:prstGeom>
        </p:spPr>
        <p:txBody>
          <a:bodyPr anchor="t" anchorCtr="0">
            <a:normAutofit/>
          </a:bodyPr>
          <a:lstStyle>
            <a:lvl1pPr marL="0" indent="0" algn="l">
              <a:buFontTx/>
              <a:buNone/>
              <a:defRPr sz="3600" b="0" i="0">
                <a:solidFill>
                  <a:schemeClr val="accent3">
                    <a:lumMod val="75000"/>
                  </a:schemeClr>
                </a:solidFill>
                <a:latin typeface="Helvetica Light" panose="020B0403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477831" y="2686267"/>
            <a:ext cx="32389765" cy="834592"/>
          </a:xfrm>
          <a:prstGeom prst="rect">
            <a:avLst/>
          </a:prstGeom>
        </p:spPr>
        <p:txBody>
          <a:bodyPr anchor="t" anchorCtr="0">
            <a:normAutofit/>
          </a:bodyPr>
          <a:lstStyle>
            <a:lvl1pPr marL="0" indent="0" algn="l">
              <a:buFontTx/>
              <a:buNone/>
              <a:defRPr sz="3600" b="0" i="0">
                <a:solidFill>
                  <a:schemeClr val="accent3">
                    <a:lumMod val="75000"/>
                  </a:schemeClr>
                </a:solidFill>
                <a:latin typeface="Helvetica Light" panose="020B0403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477826" y="1032861"/>
            <a:ext cx="32389769" cy="1331444"/>
          </a:xfrm>
          <a:prstGeom prst="rect">
            <a:avLst/>
          </a:prstGeom>
        </p:spPr>
        <p:txBody>
          <a:bodyPr anchor="t" anchorCtr="0">
            <a:normAutofit/>
          </a:bodyPr>
          <a:lstStyle>
            <a:lvl1pPr marL="0" indent="0" algn="l">
              <a:buFontTx/>
              <a:buNone/>
              <a:defRPr sz="8800" b="1" i="0">
                <a:solidFill>
                  <a:schemeClr val="accent3">
                    <a:lumMod val="75000"/>
                  </a:schemeClr>
                </a:solidFill>
                <a:latin typeface="Helvetica Light" panose="020B0403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53" name="Text Placeholder 3">
            <a:extLst>
              <a:ext uri="{FF2B5EF4-FFF2-40B4-BE49-F238E27FC236}">
                <a16:creationId xmlns:a16="http://schemas.microsoft.com/office/drawing/2014/main" id="{275744E3-BF2B-7544-9F91-96201445AEAA}"/>
              </a:ext>
            </a:extLst>
          </p:cNvPr>
          <p:cNvSpPr>
            <a:spLocks noGrp="1"/>
          </p:cNvSpPr>
          <p:nvPr>
            <p:ph type="body" sz="quarter" idx="10" hasCustomPrompt="1"/>
          </p:nvPr>
        </p:nvSpPr>
        <p:spPr>
          <a:xfrm>
            <a:off x="459674" y="5617998"/>
            <a:ext cx="10056813" cy="8325329"/>
          </a:xfrm>
          <a:prstGeom prst="rect">
            <a:avLst/>
          </a:prstGeom>
          <a:solidFill>
            <a:schemeClr val="bg2"/>
          </a:solidFill>
        </p:spPr>
        <p:txBody>
          <a:bodyPr wrap="square" lIns="228589" tIns="228589" rIns="228589" bIns="228589">
            <a:noAutofit/>
          </a:bodyPr>
          <a:lstStyle>
            <a:lvl1pPr marL="0" marR="0" indent="0" algn="l" defTabSz="4388900" rtl="0" eaLnBrk="1" fontAlgn="auto" latinLnBrk="0" hangingPunct="1">
              <a:lnSpc>
                <a:spcPct val="100000"/>
              </a:lnSpc>
              <a:spcBef>
                <a:spcPct val="20000"/>
              </a:spcBef>
              <a:spcAft>
                <a:spcPts val="0"/>
              </a:spcAft>
              <a:buClrTx/>
              <a:buSzTx/>
              <a:buFont typeface="Arial" pitchFamily="34" charset="0"/>
              <a:buNone/>
              <a:tabLst/>
              <a:defRPr sz="36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marL="0" marR="0" lvl="0" indent="0" algn="l" defTabSz="4388900" rtl="0" eaLnBrk="1" fontAlgn="auto" latinLnBrk="0" hangingPunct="1">
              <a:lnSpc>
                <a:spcPct val="100000"/>
              </a:lnSpc>
              <a:spcBef>
                <a:spcPct val="20000"/>
              </a:spcBef>
              <a:spcAft>
                <a:spcPts val="0"/>
              </a:spcAft>
              <a:buClrTx/>
              <a:buSzTx/>
              <a:buFont typeface="Arial" pitchFamily="34" charset="0"/>
              <a:buNone/>
              <a:tabLst/>
              <a:defRPr/>
            </a:pPr>
            <a:r>
              <a:rPr lang="en-US" dirty="0"/>
              <a:t>Introduction or Abstract</a:t>
            </a:r>
          </a:p>
        </p:txBody>
      </p:sp>
      <p:sp>
        <p:nvSpPr>
          <p:cNvPr id="54" name="Text Placeholder 5">
            <a:extLst>
              <a:ext uri="{FF2B5EF4-FFF2-40B4-BE49-F238E27FC236}">
                <a16:creationId xmlns:a16="http://schemas.microsoft.com/office/drawing/2014/main" id="{5C4D0E1C-B60A-2245-AF18-E755AC36B367}"/>
              </a:ext>
            </a:extLst>
          </p:cNvPr>
          <p:cNvSpPr>
            <a:spLocks noGrp="1"/>
          </p:cNvSpPr>
          <p:nvPr>
            <p:ph type="body" sz="quarter" idx="20" hasCustomPrompt="1"/>
          </p:nvPr>
        </p:nvSpPr>
        <p:spPr>
          <a:xfrm>
            <a:off x="477825" y="14281762"/>
            <a:ext cx="10050462" cy="615545"/>
          </a:xfrm>
          <a:prstGeom prst="rect">
            <a:avLst/>
          </a:prstGeom>
          <a:solidFill>
            <a:schemeClr val="accent6"/>
          </a:solidFill>
          <a:ln>
            <a:noFill/>
          </a:ln>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OBJECTIVES</a:t>
            </a:r>
          </a:p>
        </p:txBody>
      </p:sp>
      <p:sp>
        <p:nvSpPr>
          <p:cNvPr id="55" name="Text Placeholder 3">
            <a:extLst>
              <a:ext uri="{FF2B5EF4-FFF2-40B4-BE49-F238E27FC236}">
                <a16:creationId xmlns:a16="http://schemas.microsoft.com/office/drawing/2014/main" id="{065EC15A-D69E-B04E-9C47-44527B68361C}"/>
              </a:ext>
            </a:extLst>
          </p:cNvPr>
          <p:cNvSpPr>
            <a:spLocks noGrp="1"/>
          </p:cNvSpPr>
          <p:nvPr>
            <p:ph type="body" sz="quarter" idx="21" hasCustomPrompt="1"/>
          </p:nvPr>
        </p:nvSpPr>
        <p:spPr>
          <a:xfrm>
            <a:off x="11460161" y="6378481"/>
            <a:ext cx="10048874"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56" name="Text Placeholder 5">
            <a:extLst>
              <a:ext uri="{FF2B5EF4-FFF2-40B4-BE49-F238E27FC236}">
                <a16:creationId xmlns:a16="http://schemas.microsoft.com/office/drawing/2014/main" id="{48803738-357C-5B4D-A5F9-B45BA15E9992}"/>
              </a:ext>
            </a:extLst>
          </p:cNvPr>
          <p:cNvSpPr>
            <a:spLocks noGrp="1"/>
          </p:cNvSpPr>
          <p:nvPr>
            <p:ph type="body" sz="quarter" idx="22" hasCustomPrompt="1"/>
          </p:nvPr>
        </p:nvSpPr>
        <p:spPr>
          <a:xfrm>
            <a:off x="11460162" y="5617998"/>
            <a:ext cx="10048875" cy="615545"/>
          </a:xfrm>
          <a:prstGeom prst="rect">
            <a:avLst/>
          </a:prstGeom>
          <a:solidFill>
            <a:schemeClr val="accent6"/>
          </a:solidFill>
          <a:ln>
            <a:noFill/>
          </a:ln>
        </p:spPr>
        <p:txBody>
          <a:bodyPr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MATERIALS &amp; METHODS</a:t>
            </a:r>
          </a:p>
        </p:txBody>
      </p:sp>
      <p:sp>
        <p:nvSpPr>
          <p:cNvPr id="57" name="Text Placeholder 3">
            <a:extLst>
              <a:ext uri="{FF2B5EF4-FFF2-40B4-BE49-F238E27FC236}">
                <a16:creationId xmlns:a16="http://schemas.microsoft.com/office/drawing/2014/main" id="{0588C9DD-F9F9-004E-8CFA-BF68D85D47D8}"/>
              </a:ext>
            </a:extLst>
          </p:cNvPr>
          <p:cNvSpPr>
            <a:spLocks noGrp="1"/>
          </p:cNvSpPr>
          <p:nvPr>
            <p:ph type="body" sz="quarter" idx="23" hasCustomPrompt="1"/>
          </p:nvPr>
        </p:nvSpPr>
        <p:spPr>
          <a:xfrm>
            <a:off x="22385343" y="6378481"/>
            <a:ext cx="10048874"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58" name="Text Placeholder 5">
            <a:extLst>
              <a:ext uri="{FF2B5EF4-FFF2-40B4-BE49-F238E27FC236}">
                <a16:creationId xmlns:a16="http://schemas.microsoft.com/office/drawing/2014/main" id="{1C10A556-BFAA-EE48-B627-C2392BABFA1D}"/>
              </a:ext>
            </a:extLst>
          </p:cNvPr>
          <p:cNvSpPr>
            <a:spLocks noGrp="1"/>
          </p:cNvSpPr>
          <p:nvPr>
            <p:ph type="body" sz="quarter" idx="24" hasCustomPrompt="1"/>
          </p:nvPr>
        </p:nvSpPr>
        <p:spPr>
          <a:xfrm>
            <a:off x="22377404" y="5617998"/>
            <a:ext cx="10058400" cy="615545"/>
          </a:xfrm>
          <a:prstGeom prst="rect">
            <a:avLst/>
          </a:prstGeom>
          <a:solidFill>
            <a:schemeClr val="accent6"/>
          </a:solidFill>
          <a:ln>
            <a:noFill/>
          </a:ln>
        </p:spPr>
        <p:txBody>
          <a:bodyPr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RESULTS</a:t>
            </a:r>
          </a:p>
        </p:txBody>
      </p:sp>
      <p:sp>
        <p:nvSpPr>
          <p:cNvPr id="59" name="Text Placeholder 5">
            <a:extLst>
              <a:ext uri="{FF2B5EF4-FFF2-40B4-BE49-F238E27FC236}">
                <a16:creationId xmlns:a16="http://schemas.microsoft.com/office/drawing/2014/main" id="{A945E613-5DF0-BE4F-A6F2-B00EE354624D}"/>
              </a:ext>
            </a:extLst>
          </p:cNvPr>
          <p:cNvSpPr>
            <a:spLocks noGrp="1"/>
          </p:cNvSpPr>
          <p:nvPr>
            <p:ph type="body" sz="quarter" idx="25" hasCustomPrompt="1"/>
          </p:nvPr>
        </p:nvSpPr>
        <p:spPr>
          <a:xfrm>
            <a:off x="33390292" y="5617998"/>
            <a:ext cx="10047018" cy="615545"/>
          </a:xfrm>
          <a:prstGeom prst="rect">
            <a:avLst/>
          </a:prstGeom>
          <a:solidFill>
            <a:schemeClr val="accent6"/>
          </a:solidFill>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CONCLUSIONS</a:t>
            </a:r>
          </a:p>
        </p:txBody>
      </p:sp>
      <p:sp>
        <p:nvSpPr>
          <p:cNvPr id="61" name="Text Placeholder 3">
            <a:extLst>
              <a:ext uri="{FF2B5EF4-FFF2-40B4-BE49-F238E27FC236}">
                <a16:creationId xmlns:a16="http://schemas.microsoft.com/office/drawing/2014/main" id="{15A08E3A-CE4D-CC40-B6EC-F597A0B2572B}"/>
              </a:ext>
            </a:extLst>
          </p:cNvPr>
          <p:cNvSpPr>
            <a:spLocks noGrp="1"/>
          </p:cNvSpPr>
          <p:nvPr>
            <p:ph type="body" sz="quarter" idx="26" hasCustomPrompt="1"/>
          </p:nvPr>
        </p:nvSpPr>
        <p:spPr>
          <a:xfrm>
            <a:off x="33390292" y="6378481"/>
            <a:ext cx="10047018" cy="892530"/>
          </a:xfrm>
          <a:prstGeom prst="rect">
            <a:avLst/>
          </a:prstGeom>
          <a:ln>
            <a:noFill/>
          </a:ln>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2" name="Text Placeholder 5">
            <a:extLst>
              <a:ext uri="{FF2B5EF4-FFF2-40B4-BE49-F238E27FC236}">
                <a16:creationId xmlns:a16="http://schemas.microsoft.com/office/drawing/2014/main" id="{D57248E4-6912-864A-B7E2-60B47C1E7765}"/>
              </a:ext>
            </a:extLst>
          </p:cNvPr>
          <p:cNvSpPr>
            <a:spLocks noGrp="1"/>
          </p:cNvSpPr>
          <p:nvPr>
            <p:ph type="body" sz="quarter" idx="27" hasCustomPrompt="1"/>
          </p:nvPr>
        </p:nvSpPr>
        <p:spPr>
          <a:xfrm>
            <a:off x="33390292" y="14341987"/>
            <a:ext cx="10047018" cy="615545"/>
          </a:xfrm>
          <a:prstGeom prst="rect">
            <a:avLst/>
          </a:prstGeom>
          <a:solidFill>
            <a:schemeClr val="accent6"/>
          </a:solidFill>
          <a:ln>
            <a:noFill/>
          </a:ln>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REFERENCES</a:t>
            </a:r>
          </a:p>
        </p:txBody>
      </p:sp>
      <p:sp>
        <p:nvSpPr>
          <p:cNvPr id="63" name="Text Placeholder 3">
            <a:extLst>
              <a:ext uri="{FF2B5EF4-FFF2-40B4-BE49-F238E27FC236}">
                <a16:creationId xmlns:a16="http://schemas.microsoft.com/office/drawing/2014/main" id="{113494CA-BEEF-2142-84CC-03C3799D15D1}"/>
              </a:ext>
            </a:extLst>
          </p:cNvPr>
          <p:cNvSpPr>
            <a:spLocks noGrp="1"/>
          </p:cNvSpPr>
          <p:nvPr>
            <p:ph type="body" sz="quarter" idx="28" hasCustomPrompt="1"/>
          </p:nvPr>
        </p:nvSpPr>
        <p:spPr>
          <a:xfrm>
            <a:off x="33390292" y="15011402"/>
            <a:ext cx="10052050"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5">
            <a:extLst>
              <a:ext uri="{FF2B5EF4-FFF2-40B4-BE49-F238E27FC236}">
                <a16:creationId xmlns:a16="http://schemas.microsoft.com/office/drawing/2014/main" id="{D4A0248B-A33F-1A45-A2B0-4E5CB2D6ED55}"/>
              </a:ext>
            </a:extLst>
          </p:cNvPr>
          <p:cNvSpPr>
            <a:spLocks noGrp="1"/>
          </p:cNvSpPr>
          <p:nvPr>
            <p:ph type="body" sz="quarter" idx="29" hasCustomPrompt="1"/>
          </p:nvPr>
        </p:nvSpPr>
        <p:spPr>
          <a:xfrm>
            <a:off x="33390292" y="25748651"/>
            <a:ext cx="10047018" cy="615545"/>
          </a:xfrm>
          <a:prstGeom prst="rect">
            <a:avLst/>
          </a:prstGeom>
          <a:solidFill>
            <a:schemeClr val="accent6"/>
          </a:solidFill>
          <a:ln>
            <a:noFill/>
          </a:ln>
        </p:spPr>
        <p:txBody>
          <a:bodyPr wrap="square" lIns="91436" tIns="91436" rIns="91436" bIns="91436" anchor="ctr" anchorCtr="0">
            <a:spAutoFit/>
          </a:bodyPr>
          <a:lstStyle>
            <a:lvl1pPr marL="0" indent="0" algn="l">
              <a:buNone/>
              <a:defRPr sz="2800" b="1" u="none" baseline="0">
                <a:solidFill>
                  <a:schemeClr val="bg1"/>
                </a:solidFill>
                <a:latin typeface="Helvetica" pitchFamily="2" charset="0"/>
              </a:defRPr>
            </a:lvl1pPr>
          </a:lstStyle>
          <a:p>
            <a:pPr lvl="0"/>
            <a:r>
              <a:rPr lang="en-US" dirty="0"/>
              <a:t>(click to edit)  ACKNOWLEDGEMENTS or  CONTACT</a:t>
            </a:r>
          </a:p>
        </p:txBody>
      </p:sp>
      <p:sp>
        <p:nvSpPr>
          <p:cNvPr id="65" name="Text Placeholder 3">
            <a:extLst>
              <a:ext uri="{FF2B5EF4-FFF2-40B4-BE49-F238E27FC236}">
                <a16:creationId xmlns:a16="http://schemas.microsoft.com/office/drawing/2014/main" id="{AE27561D-6F58-C047-8D74-65F39B54C435}"/>
              </a:ext>
            </a:extLst>
          </p:cNvPr>
          <p:cNvSpPr>
            <a:spLocks noGrp="1"/>
          </p:cNvSpPr>
          <p:nvPr>
            <p:ph type="body" sz="quarter" idx="30" hasCustomPrompt="1"/>
          </p:nvPr>
        </p:nvSpPr>
        <p:spPr>
          <a:xfrm>
            <a:off x="33390292" y="26433446"/>
            <a:ext cx="10052050"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6" name="Text Placeholder 3">
            <a:extLst>
              <a:ext uri="{FF2B5EF4-FFF2-40B4-BE49-F238E27FC236}">
                <a16:creationId xmlns:a16="http://schemas.microsoft.com/office/drawing/2014/main" id="{C6322132-0EB3-234D-8B9F-08C03DB79DC3}"/>
              </a:ext>
            </a:extLst>
          </p:cNvPr>
          <p:cNvSpPr>
            <a:spLocks noGrp="1"/>
          </p:cNvSpPr>
          <p:nvPr>
            <p:ph type="body" sz="quarter" idx="96" hasCustomPrompt="1"/>
          </p:nvPr>
        </p:nvSpPr>
        <p:spPr>
          <a:xfrm>
            <a:off x="459674" y="14951552"/>
            <a:ext cx="10056813" cy="892530"/>
          </a:xfrm>
          <a:prstGeom prst="rect">
            <a:avLst/>
          </a:prstGeom>
        </p:spPr>
        <p:txBody>
          <a:bodyPr wrap="square" lIns="228589" tIns="228589" rIns="228589" bIns="228589">
            <a:spAutoFit/>
          </a:bodyPr>
          <a:lstStyle>
            <a:lvl1pPr marL="0" indent="0">
              <a:buNone/>
              <a:defRPr sz="2800">
                <a:solidFill>
                  <a:schemeClr val="tx2"/>
                </a:solidFill>
                <a:latin typeface="Helvetica" pitchFamily="2"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7" name="Text Placeholder 76">
            <a:extLst>
              <a:ext uri="{FF2B5EF4-FFF2-40B4-BE49-F238E27FC236}">
                <a16:creationId xmlns:a16="http://schemas.microsoft.com/office/drawing/2014/main" id="{C0ADB27F-158A-954D-BAAE-3AC755176675}"/>
              </a:ext>
            </a:extLst>
          </p:cNvPr>
          <p:cNvSpPr>
            <a:spLocks noGrp="1"/>
          </p:cNvSpPr>
          <p:nvPr>
            <p:ph type="body" sz="quarter" idx="150" hasCustomPrompt="1"/>
          </p:nvPr>
        </p:nvSpPr>
        <p:spPr>
          <a:xfrm>
            <a:off x="477831" y="3842821"/>
            <a:ext cx="32389761" cy="834592"/>
          </a:xfrm>
          <a:prstGeom prst="rect">
            <a:avLst/>
          </a:prstGeom>
        </p:spPr>
        <p:txBody>
          <a:bodyPr anchor="t" anchorCtr="0">
            <a:normAutofit/>
          </a:bodyPr>
          <a:lstStyle>
            <a:lvl1pPr marL="0" indent="0" algn="l">
              <a:buFontTx/>
              <a:buNone/>
              <a:defRPr sz="3600" b="0" i="0">
                <a:solidFill>
                  <a:schemeClr val="accent3">
                    <a:lumMod val="75000"/>
                  </a:schemeClr>
                </a:solidFill>
                <a:latin typeface="Helvetica Light" panose="020B0403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8" name="Text Placeholder 76">
            <a:extLst>
              <a:ext uri="{FF2B5EF4-FFF2-40B4-BE49-F238E27FC236}">
                <a16:creationId xmlns:a16="http://schemas.microsoft.com/office/drawing/2014/main" id="{03BA4CCF-F304-DF4B-B232-C75BB53DED70}"/>
              </a:ext>
            </a:extLst>
          </p:cNvPr>
          <p:cNvSpPr>
            <a:spLocks noGrp="1"/>
          </p:cNvSpPr>
          <p:nvPr>
            <p:ph type="body" sz="quarter" idx="151" hasCustomPrompt="1"/>
          </p:nvPr>
        </p:nvSpPr>
        <p:spPr>
          <a:xfrm>
            <a:off x="477831" y="2686267"/>
            <a:ext cx="32389765" cy="834592"/>
          </a:xfrm>
          <a:prstGeom prst="rect">
            <a:avLst/>
          </a:prstGeom>
        </p:spPr>
        <p:txBody>
          <a:bodyPr anchor="t" anchorCtr="0">
            <a:normAutofit/>
          </a:bodyPr>
          <a:lstStyle>
            <a:lvl1pPr marL="0" indent="0" algn="l">
              <a:buFontTx/>
              <a:buNone/>
              <a:defRPr sz="3600" b="0" i="0">
                <a:solidFill>
                  <a:schemeClr val="accent3">
                    <a:lumMod val="75000"/>
                  </a:schemeClr>
                </a:solidFill>
                <a:latin typeface="Helvetica Light" panose="020B0403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9" name="Text Placeholder 76">
            <a:extLst>
              <a:ext uri="{FF2B5EF4-FFF2-40B4-BE49-F238E27FC236}">
                <a16:creationId xmlns:a16="http://schemas.microsoft.com/office/drawing/2014/main" id="{03B38A69-9FDB-7D4F-9692-6D62AF120BF6}"/>
              </a:ext>
            </a:extLst>
          </p:cNvPr>
          <p:cNvSpPr>
            <a:spLocks noGrp="1"/>
          </p:cNvSpPr>
          <p:nvPr>
            <p:ph type="body" sz="quarter" idx="153" hasCustomPrompt="1"/>
          </p:nvPr>
        </p:nvSpPr>
        <p:spPr>
          <a:xfrm>
            <a:off x="477826" y="1032861"/>
            <a:ext cx="32389769" cy="1331444"/>
          </a:xfrm>
          <a:prstGeom prst="rect">
            <a:avLst/>
          </a:prstGeom>
        </p:spPr>
        <p:txBody>
          <a:bodyPr anchor="t" anchorCtr="0">
            <a:normAutofit/>
          </a:bodyPr>
          <a:lstStyle>
            <a:lvl1pPr marL="0" indent="0" algn="l">
              <a:buFontTx/>
              <a:buNone/>
              <a:defRPr sz="8800" b="1" i="0">
                <a:solidFill>
                  <a:schemeClr val="accent3">
                    <a:lumMod val="75000"/>
                  </a:schemeClr>
                </a:solidFill>
                <a:latin typeface="Helvetica Light" panose="020B0403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449705" y="32356499"/>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cxnSp>
        <p:nvCxnSpPr>
          <p:cNvPr id="5" name="Straight Connector 4">
            <a:extLst>
              <a:ext uri="{FF2B5EF4-FFF2-40B4-BE49-F238E27FC236}">
                <a16:creationId xmlns:a16="http://schemas.microsoft.com/office/drawing/2014/main" id="{7265A67A-86AD-7F4D-AB2A-698A4ABBD26B}"/>
              </a:ext>
            </a:extLst>
          </p:cNvPr>
          <p:cNvCxnSpPr/>
          <p:nvPr userDrawn="1"/>
        </p:nvCxnSpPr>
        <p:spPr>
          <a:xfrm>
            <a:off x="0" y="32040576"/>
            <a:ext cx="4389120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7" name="Straight Connector 6">
            <a:extLst>
              <a:ext uri="{FF2B5EF4-FFF2-40B4-BE49-F238E27FC236}">
                <a16:creationId xmlns:a16="http://schemas.microsoft.com/office/drawing/2014/main" id="{7714C197-D66B-5E40-AF9A-88117E9A99A1}"/>
              </a:ext>
            </a:extLst>
          </p:cNvPr>
          <p:cNvCxnSpPr/>
          <p:nvPr userDrawn="1"/>
        </p:nvCxnSpPr>
        <p:spPr>
          <a:xfrm>
            <a:off x="10972800" y="5617998"/>
            <a:ext cx="0" cy="25640935"/>
          </a:xfrm>
          <a:prstGeom prst="line">
            <a:avLst/>
          </a:prstGeom>
          <a:ln w="50800" cap="rnd">
            <a:prstDash val="sysDot"/>
          </a:ln>
        </p:spPr>
        <p:style>
          <a:lnRef idx="1">
            <a:schemeClr val="accent3"/>
          </a:lnRef>
          <a:fillRef idx="0">
            <a:schemeClr val="accent3"/>
          </a:fillRef>
          <a:effectRef idx="0">
            <a:schemeClr val="accent3"/>
          </a:effectRef>
          <a:fontRef idx="minor">
            <a:schemeClr val="tx1"/>
          </a:fontRef>
        </p:style>
      </p:cxnSp>
      <p:cxnSp>
        <p:nvCxnSpPr>
          <p:cNvPr id="8" name="Straight Connector 7">
            <a:extLst>
              <a:ext uri="{FF2B5EF4-FFF2-40B4-BE49-F238E27FC236}">
                <a16:creationId xmlns:a16="http://schemas.microsoft.com/office/drawing/2014/main" id="{E941D545-D1FC-374C-B415-4B6DCB11DA9B}"/>
              </a:ext>
            </a:extLst>
          </p:cNvPr>
          <p:cNvCxnSpPr/>
          <p:nvPr userDrawn="1"/>
        </p:nvCxnSpPr>
        <p:spPr>
          <a:xfrm>
            <a:off x="21928667" y="5617998"/>
            <a:ext cx="0" cy="25640935"/>
          </a:xfrm>
          <a:prstGeom prst="line">
            <a:avLst/>
          </a:prstGeom>
          <a:ln w="50800" cap="rnd">
            <a:prstDash val="sysDot"/>
          </a:ln>
        </p:spPr>
        <p:style>
          <a:lnRef idx="1">
            <a:schemeClr val="accent3"/>
          </a:lnRef>
          <a:fillRef idx="0">
            <a:schemeClr val="accent3"/>
          </a:fillRef>
          <a:effectRef idx="0">
            <a:schemeClr val="accent3"/>
          </a:effectRef>
          <a:fontRef idx="minor">
            <a:schemeClr val="tx1"/>
          </a:fontRef>
        </p:style>
      </p:cxnSp>
      <p:cxnSp>
        <p:nvCxnSpPr>
          <p:cNvPr id="9" name="Straight Connector 8">
            <a:extLst>
              <a:ext uri="{FF2B5EF4-FFF2-40B4-BE49-F238E27FC236}">
                <a16:creationId xmlns:a16="http://schemas.microsoft.com/office/drawing/2014/main" id="{BC288997-2C95-2848-A8E6-ECC70ABE57B5}"/>
              </a:ext>
            </a:extLst>
          </p:cNvPr>
          <p:cNvCxnSpPr/>
          <p:nvPr userDrawn="1"/>
        </p:nvCxnSpPr>
        <p:spPr>
          <a:xfrm>
            <a:off x="32867600" y="5617998"/>
            <a:ext cx="0" cy="25640935"/>
          </a:xfrm>
          <a:prstGeom prst="line">
            <a:avLst/>
          </a:prstGeom>
          <a:ln w="50800" cap="rnd">
            <a:prstDash val="sysDot"/>
          </a:ln>
        </p:spPr>
        <p:style>
          <a:lnRef idx="1">
            <a:schemeClr val="accent3"/>
          </a:lnRef>
          <a:fillRef idx="0">
            <a:schemeClr val="accent3"/>
          </a:fillRef>
          <a:effectRef idx="0">
            <a:schemeClr val="accent3"/>
          </a:effectRef>
          <a:fontRef idx="minor">
            <a:schemeClr val="tx1"/>
          </a:fontRef>
        </p:style>
      </p:cxn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Box 14">
            <a:extLst>
              <a:ext uri="{FF2B5EF4-FFF2-40B4-BE49-F238E27FC236}">
                <a16:creationId xmlns:a16="http://schemas.microsoft.com/office/drawing/2014/main" id="{A687A2CE-669E-3A4D-9D68-3C7DB240A992}"/>
              </a:ext>
            </a:extLst>
          </p:cNvPr>
          <p:cNvSpPr txBox="1">
            <a:spLocks noChangeArrowheads="1"/>
          </p:cNvSpPr>
          <p:nvPr userDrawn="1"/>
        </p:nvSpPr>
        <p:spPr bwMode="auto">
          <a:xfrm>
            <a:off x="449705" y="3235649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cxnSp>
        <p:nvCxnSpPr>
          <p:cNvPr id="4" name="Straight Connector 3">
            <a:extLst>
              <a:ext uri="{FF2B5EF4-FFF2-40B4-BE49-F238E27FC236}">
                <a16:creationId xmlns:a16="http://schemas.microsoft.com/office/drawing/2014/main" id="{08A5B5D0-4D7B-3F4B-92B2-D050C9782152}"/>
              </a:ext>
            </a:extLst>
          </p:cNvPr>
          <p:cNvCxnSpPr/>
          <p:nvPr userDrawn="1"/>
        </p:nvCxnSpPr>
        <p:spPr>
          <a:xfrm>
            <a:off x="0" y="32040576"/>
            <a:ext cx="4389120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5" name="Straight Connector 4">
            <a:extLst>
              <a:ext uri="{FF2B5EF4-FFF2-40B4-BE49-F238E27FC236}">
                <a16:creationId xmlns:a16="http://schemas.microsoft.com/office/drawing/2014/main" id="{513136E1-6ADD-9344-9DE9-C7690A3AC407}"/>
              </a:ext>
            </a:extLst>
          </p:cNvPr>
          <p:cNvCxnSpPr/>
          <p:nvPr userDrawn="1"/>
        </p:nvCxnSpPr>
        <p:spPr>
          <a:xfrm>
            <a:off x="10972800" y="5617998"/>
            <a:ext cx="0" cy="25640935"/>
          </a:xfrm>
          <a:prstGeom prst="line">
            <a:avLst/>
          </a:prstGeom>
          <a:ln w="50800" cap="rnd">
            <a:prstDash val="sysDot"/>
          </a:ln>
        </p:spPr>
        <p:style>
          <a:lnRef idx="1">
            <a:schemeClr val="accent3"/>
          </a:lnRef>
          <a:fillRef idx="0">
            <a:schemeClr val="accent3"/>
          </a:fillRef>
          <a:effectRef idx="0">
            <a:schemeClr val="accent3"/>
          </a:effectRef>
          <a:fontRef idx="minor">
            <a:schemeClr val="tx1"/>
          </a:fontRef>
        </p:style>
      </p:cxnSp>
      <p:cxnSp>
        <p:nvCxnSpPr>
          <p:cNvPr id="6" name="Straight Connector 5">
            <a:extLst>
              <a:ext uri="{FF2B5EF4-FFF2-40B4-BE49-F238E27FC236}">
                <a16:creationId xmlns:a16="http://schemas.microsoft.com/office/drawing/2014/main" id="{3891C979-58A5-EC44-BCC6-47ECA9604E92}"/>
              </a:ext>
            </a:extLst>
          </p:cNvPr>
          <p:cNvCxnSpPr/>
          <p:nvPr userDrawn="1"/>
        </p:nvCxnSpPr>
        <p:spPr>
          <a:xfrm>
            <a:off x="21928667" y="5617998"/>
            <a:ext cx="0" cy="25640935"/>
          </a:xfrm>
          <a:prstGeom prst="line">
            <a:avLst/>
          </a:prstGeom>
          <a:ln w="50800" cap="rnd">
            <a:prstDash val="sysDot"/>
          </a:ln>
        </p:spPr>
        <p:style>
          <a:lnRef idx="1">
            <a:schemeClr val="accent3"/>
          </a:lnRef>
          <a:fillRef idx="0">
            <a:schemeClr val="accent3"/>
          </a:fillRef>
          <a:effectRef idx="0">
            <a:schemeClr val="accent3"/>
          </a:effectRef>
          <a:fontRef idx="minor">
            <a:schemeClr val="tx1"/>
          </a:fontRef>
        </p:style>
      </p:cxnSp>
      <p:cxnSp>
        <p:nvCxnSpPr>
          <p:cNvPr id="7" name="Straight Connector 6">
            <a:extLst>
              <a:ext uri="{FF2B5EF4-FFF2-40B4-BE49-F238E27FC236}">
                <a16:creationId xmlns:a16="http://schemas.microsoft.com/office/drawing/2014/main" id="{3B958D9D-0975-C04A-8F7B-821334779626}"/>
              </a:ext>
            </a:extLst>
          </p:cNvPr>
          <p:cNvCxnSpPr/>
          <p:nvPr userDrawn="1"/>
        </p:nvCxnSpPr>
        <p:spPr>
          <a:xfrm>
            <a:off x="32867600" y="5617998"/>
            <a:ext cx="0" cy="25640935"/>
          </a:xfrm>
          <a:prstGeom prst="line">
            <a:avLst/>
          </a:prstGeom>
          <a:ln w="50800" cap="rnd">
            <a:prstDash val="sysDot"/>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8000"/>
          </a:schemeClr>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CA2AE3-A2B9-A943-B775-C2EAE7BFBB4B}"/>
              </a:ext>
            </a:extLst>
          </p:cNvPr>
          <p:cNvSpPr>
            <a:spLocks noGrp="1"/>
          </p:cNvSpPr>
          <p:nvPr>
            <p:ph type="body" sz="quarter" idx="10"/>
          </p:nvPr>
        </p:nvSpPr>
        <p:spPr>
          <a:xfrm>
            <a:off x="481302" y="4769052"/>
            <a:ext cx="10056813" cy="9125486"/>
          </a:xfrm>
        </p:spPr>
        <p:txBody>
          <a:bodyPr/>
          <a:lstStyle/>
          <a:p>
            <a:pPr algn="just"/>
            <a:r>
              <a:rPr lang="en-US" sz="2000" u="sng" dirty="0">
                <a:solidFill>
                  <a:schemeClr val="tx1"/>
                </a:solidFill>
                <a:latin typeface="Times New Roman" panose="02020603050405020304"/>
                <a:ea typeface="Roboto Medium"/>
                <a:cs typeface="Roboto Medium"/>
              </a:rPr>
              <a:t>ABSTRACT</a:t>
            </a:r>
            <a:r>
              <a:rPr lang="en-US" sz="2000" dirty="0">
                <a:solidFill>
                  <a:schemeClr val="tx1"/>
                </a:solidFill>
                <a:latin typeface="Times New Roman" panose="02020603050405020304"/>
                <a:ea typeface="Roboto Medium"/>
                <a:cs typeface="Roboto Medium"/>
              </a:rPr>
              <a:t>:</a:t>
            </a: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Parkinson's Disease (PD) is a progressive neurological disorder that affects movement. Early detection of PD is crucial for timely treatment and management of the disease. </a:t>
            </a:r>
            <a:endParaRPr lang="en-US" sz="2000" dirty="0">
              <a:solidFill>
                <a:schemeClr val="tx1"/>
              </a:solidFill>
              <a:latin typeface="Times New Roman" panose="02020603050405020304"/>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Machine learning (ML) classifiers have shown promising results in the diagnosis of PD using various data sources. However, there is a lack of consensus on which ML classifier performs best for PD detection. </a:t>
            </a:r>
            <a:endParaRPr lang="en-US" sz="2000" dirty="0">
              <a:solidFill>
                <a:schemeClr val="tx1"/>
              </a:solidFill>
              <a:latin typeface="Times New Roman" panose="02020603050405020304"/>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In this study, we compare the performance of various ML classifiers, including </a:t>
            </a:r>
            <a:r>
              <a:rPr lang="en-US" sz="2000" dirty="0" err="1">
                <a:solidFill>
                  <a:schemeClr val="tx1"/>
                </a:solidFill>
                <a:latin typeface="Times New Roman" panose="02020603050405020304"/>
                <a:ea typeface="Roboto Medium"/>
                <a:cs typeface="Roboto Medium"/>
              </a:rPr>
              <a:t>XGBoost</a:t>
            </a:r>
            <a:r>
              <a:rPr lang="en-US" sz="2000" dirty="0">
                <a:solidFill>
                  <a:schemeClr val="tx1"/>
                </a:solidFill>
                <a:latin typeface="Times New Roman" panose="02020603050405020304"/>
                <a:ea typeface="Roboto Medium"/>
                <a:cs typeface="Roboto Medium"/>
              </a:rPr>
              <a:t> , Gradient Boosting classifier , Light GBM , Ada Booster , Cat Boost , Decision Trees (DTs) and Random Forests (RFs) to detect PD using multiple data sources. </a:t>
            </a:r>
            <a:endParaRPr lang="en-US" sz="2000" dirty="0">
              <a:solidFill>
                <a:schemeClr val="tx1"/>
              </a:solidFill>
              <a:latin typeface="Times New Roman" panose="02020603050405020304"/>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We evaluate the accuracy, efficiency, and interpretability of these classifiers using a large and diverse dataset.</a:t>
            </a:r>
            <a:endParaRPr lang="en-US" sz="2000" dirty="0">
              <a:solidFill>
                <a:schemeClr val="tx1"/>
              </a:solidFill>
              <a:latin typeface="Times New Roman" panose="02020603050405020304"/>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 This study provides valuable insights into the most effective approach for PD detection using ML classifiers, which can improve the early detection and management of PD.</a:t>
            </a:r>
          </a:p>
          <a:p>
            <a:pPr algn="just"/>
            <a:r>
              <a:rPr lang="en-US" sz="2000" u="sng" dirty="0">
                <a:latin typeface="Times New Roman" panose="02020603050405020304"/>
                <a:ea typeface="Roboto Medium"/>
                <a:cs typeface="Roboto Medium"/>
              </a:rPr>
              <a:t>INTRODUCTTION</a:t>
            </a:r>
            <a:r>
              <a:rPr lang="en-US" sz="2000" dirty="0">
                <a:latin typeface="Times New Roman" panose="02020603050405020304"/>
                <a:ea typeface="Roboto Medium"/>
                <a:cs typeface="Roboto Medium"/>
              </a:rPr>
              <a:t>: </a:t>
            </a:r>
            <a:endParaRPr lang="en-US" sz="2000" dirty="0">
              <a:solidFill>
                <a:schemeClr val="tx1"/>
              </a:solidFill>
              <a:latin typeface="Times New Roman" panose="02020603050405020304"/>
              <a:ea typeface="Roboto Medium"/>
              <a:cs typeface="Roboto Medium"/>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Times New Roman" panose="02020603050405020304"/>
              </a:rPr>
              <a:t>Parkinson's Disease (PD) is a progressive neurological disorder that affects millions of people worldwide. It is characterized by the degeneration of dopaminergic neurons in the substantia nigra region of the brain.</a:t>
            </a:r>
            <a:endParaRPr lang="en-US" sz="2000" dirty="0">
              <a:solidFill>
                <a:schemeClr val="tx1"/>
              </a:solidFill>
              <a:latin typeface="Times New Roman" panose="02020603050405020304"/>
              <a:ea typeface="Roboto Medium"/>
              <a:cs typeface="Roboto Medium"/>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Times New Roman" panose="02020603050405020304"/>
              </a:rPr>
              <a:t>The symptoms include: Tremors in hands, arms, legs, jaw, or head. Muscle stiffness, where muscle remains contracted for a long time. The slowness of movement. Impaired balance and coordination, sometimes leading to falls.</a:t>
            </a:r>
            <a:endParaRPr lang="en-US" sz="2000" dirty="0">
              <a:solidFill>
                <a:schemeClr val="tx1"/>
              </a:solidFill>
              <a:latin typeface="Times New Roman" panose="02020603050405020304"/>
              <a:ea typeface="Roboto Medium"/>
              <a:cs typeface="Roboto Medium"/>
            </a:endParaRP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The accurate and early detection of PD is crucial for timely treatment and management of the disease.</a:t>
            </a:r>
          </a:p>
          <a:p>
            <a:pPr marL="285750" indent="-285750" algn="just">
              <a:buFont typeface="Arial" panose="020B0604020202020204"/>
              <a:buChar char="•"/>
            </a:pPr>
            <a:r>
              <a:rPr lang="en-US" sz="2000" dirty="0">
                <a:solidFill>
                  <a:schemeClr val="tx1"/>
                </a:solidFill>
                <a:latin typeface="Times New Roman" panose="02020603050405020304"/>
                <a:ea typeface="Roboto Medium"/>
                <a:cs typeface="Roboto Medium"/>
              </a:rPr>
              <a:t>Machine learning (ML) classifiers have shown promising results in the diagnosis of PD using various clinical and non-clinical data sources. However, there is a need to compare and evaluate different ML classifiers to identify the most accurate and efficient approach for PD detection</a:t>
            </a:r>
            <a:endParaRPr lang="en-US" sz="2000" b="1" dirty="0">
              <a:solidFill>
                <a:schemeClr val="tx1"/>
              </a:solidFill>
              <a:latin typeface="Times New Roman" panose="02020603050405020304"/>
              <a:ea typeface="Roboto Medium"/>
              <a:cs typeface="Roboto Medium"/>
            </a:endParaRPr>
          </a:p>
          <a:p>
            <a:endParaRPr lang="en-US" sz="1100" dirty="0"/>
          </a:p>
        </p:txBody>
      </p:sp>
      <p:sp>
        <p:nvSpPr>
          <p:cNvPr id="3" name="Text Placeholder 2">
            <a:extLst>
              <a:ext uri="{FF2B5EF4-FFF2-40B4-BE49-F238E27FC236}">
                <a16:creationId xmlns:a16="http://schemas.microsoft.com/office/drawing/2014/main" id="{1653A7BA-709B-4740-9D17-4AF3870E1700}"/>
              </a:ext>
            </a:extLst>
          </p:cNvPr>
          <p:cNvSpPr>
            <a:spLocks noGrp="1"/>
          </p:cNvSpPr>
          <p:nvPr>
            <p:ph type="body" sz="quarter" idx="20"/>
          </p:nvPr>
        </p:nvSpPr>
        <p:spPr>
          <a:xfrm>
            <a:off x="442605" y="14748387"/>
            <a:ext cx="10050462" cy="615545"/>
          </a:xfrm>
          <a:solidFill>
            <a:schemeClr val="accent2">
              <a:lumMod val="60000"/>
              <a:lumOff val="40000"/>
            </a:schemeClr>
          </a:solidFill>
        </p:spPr>
        <p:txBody>
          <a:bodyPr/>
          <a:lstStyle/>
          <a:p>
            <a:r>
              <a:rPr lang="en-US" dirty="0">
                <a:solidFill>
                  <a:schemeClr val="tx1"/>
                </a:solidFill>
                <a:latin typeface="Times New Roman" panose="02020603050405020304" pitchFamily="18" charset="0"/>
                <a:cs typeface="Times New Roman" panose="02020603050405020304" pitchFamily="18" charset="0"/>
              </a:rPr>
              <a:t>PROBLEM STATEMENT, AIM AND OBJECTIVES</a:t>
            </a:r>
          </a:p>
        </p:txBody>
      </p:sp>
      <p:sp>
        <p:nvSpPr>
          <p:cNvPr id="4" name="Text Placeholder 3">
            <a:extLst>
              <a:ext uri="{FF2B5EF4-FFF2-40B4-BE49-F238E27FC236}">
                <a16:creationId xmlns:a16="http://schemas.microsoft.com/office/drawing/2014/main" id="{D95D1E09-B796-B04E-9177-E1BD0E84821A}"/>
              </a:ext>
            </a:extLst>
          </p:cNvPr>
          <p:cNvSpPr>
            <a:spLocks noGrp="1"/>
          </p:cNvSpPr>
          <p:nvPr>
            <p:ph type="body" sz="quarter" idx="21"/>
          </p:nvPr>
        </p:nvSpPr>
        <p:spPr>
          <a:xfrm>
            <a:off x="11470975" y="4109358"/>
            <a:ext cx="10048874" cy="14712041"/>
          </a:xfrm>
        </p:spPr>
        <p:txBody>
          <a:bodyPr/>
          <a:lstStyle/>
          <a:p>
            <a:pPr marL="285750" indent="-285750" algn="just">
              <a:buFont typeface="Arial" panose="020B0604020202020204" pitchFamily="34" charset="0"/>
              <a:buChar char="•"/>
            </a:pPr>
            <a:r>
              <a:rPr lang="en-US" sz="2000" u="sng" dirty="0">
                <a:solidFill>
                  <a:schemeClr val="tx1"/>
                </a:solidFill>
                <a:latin typeface="Times New Roman" panose="02020603050405020304"/>
                <a:ea typeface="Roboto Medium"/>
                <a:cs typeface="Times New Roman" panose="02020603050405020304"/>
              </a:rPr>
              <a:t>IDENTIFICATION OF THE DATASET</a:t>
            </a:r>
          </a:p>
          <a:p>
            <a:pPr algn="just"/>
            <a:endParaRPr lang="en-US" sz="2000" u="sng" dirty="0">
              <a:solidFill>
                <a:schemeClr val="tx1"/>
              </a:solidFill>
              <a:latin typeface="Times New Roman" panose="02020603050405020304"/>
              <a:ea typeface="Roboto Medium"/>
            </a:endParaRPr>
          </a:p>
          <a:p>
            <a:pPr marL="0" indent="0" algn="just">
              <a:buNone/>
            </a:pPr>
            <a:r>
              <a:rPr lang="en-US" sz="2000" b="1" dirty="0">
                <a:solidFill>
                  <a:schemeClr val="tx1"/>
                </a:solidFill>
                <a:latin typeface="Times New Roman" panose="02020603050405020304"/>
                <a:ea typeface="Roboto Medium"/>
                <a:cs typeface="Times New Roman" panose="02020603050405020304"/>
              </a:rPr>
              <a:t>          </a:t>
            </a:r>
            <a:r>
              <a:rPr lang="en-US" sz="2000" dirty="0">
                <a:solidFill>
                  <a:schemeClr val="tx1"/>
                </a:solidFill>
                <a:latin typeface="Times New Roman" panose="02020603050405020304"/>
                <a:ea typeface="Roboto Medium"/>
                <a:cs typeface="Times New Roman" panose="02020603050405020304"/>
              </a:rPr>
              <a:t>The dataset is taken from the UCI repository. The information in the dataset is obtained from 188 patients with Parkinson’s disease which contains 107 men and 82 women in it with ages ranging from 33- 87, phonation of the vowel-a was collected from each person with a repetition of 3 times. This dataset contains 754   attributes, the attributes of jitter and shimmer. The dataset has many attributes which record different forms of frequencies, intensities and means. It also contains information about GNE and SNR which are Glottal to noise excitation ratio and Signal to noise ratio respectively.</a:t>
            </a:r>
          </a:p>
          <a:p>
            <a:pPr marL="0" indent="0" algn="just">
              <a:buNone/>
            </a:pPr>
            <a:endParaRPr lang="en-US" sz="2000" dirty="0">
              <a:solidFill>
                <a:schemeClr val="tx1"/>
              </a:solidFill>
              <a:latin typeface="Roboto Medium"/>
              <a:ea typeface="Roboto Medium"/>
              <a:cs typeface="Roboto Medium"/>
            </a:endParaRPr>
          </a:p>
          <a:p>
            <a:pPr marL="285750" indent="-285750" algn="just">
              <a:buFont typeface="Arial" panose="020B0604020202020204" pitchFamily="34" charset="0"/>
              <a:buChar char="•"/>
            </a:pPr>
            <a:r>
              <a:rPr lang="en-US" sz="2000" b="1" dirty="0">
                <a:solidFill>
                  <a:schemeClr val="tx1"/>
                </a:solidFill>
                <a:latin typeface="Times New Roman" panose="02020603050405020304"/>
                <a:ea typeface="Roboto Medium"/>
                <a:cs typeface="Times New Roman" panose="02020603050405020304"/>
              </a:rPr>
              <a:t> </a:t>
            </a:r>
            <a:r>
              <a:rPr lang="en-US" sz="2000" u="sng" dirty="0">
                <a:solidFill>
                  <a:schemeClr val="tx1"/>
                </a:solidFill>
                <a:latin typeface="Times New Roman" panose="02020603050405020304"/>
                <a:ea typeface="Roboto Medium"/>
                <a:cs typeface="Times New Roman" panose="02020603050405020304"/>
              </a:rPr>
              <a:t>DATA PRE-PROCESSING</a:t>
            </a:r>
          </a:p>
          <a:p>
            <a:pPr algn="just"/>
            <a:endParaRPr lang="en-US" sz="2000" u="sng" dirty="0">
              <a:solidFill>
                <a:schemeClr val="tx1"/>
              </a:solidFill>
              <a:latin typeface="Times New Roman" panose="02020603050405020304"/>
              <a:ea typeface="Roboto Medium"/>
              <a:cs typeface="Times New Roman" panose="02020603050405020304"/>
            </a:endParaRPr>
          </a:p>
          <a:p>
            <a:pPr marL="0" indent="0" algn="just">
              <a:buNone/>
            </a:pPr>
            <a:r>
              <a:rPr lang="en-US" sz="2000" b="1" dirty="0">
                <a:solidFill>
                  <a:schemeClr val="tx1"/>
                </a:solidFill>
                <a:latin typeface="Times New Roman" panose="02020603050405020304"/>
                <a:ea typeface="Roboto Medium"/>
                <a:cs typeface="Times New Roman" panose="02020603050405020304"/>
              </a:rPr>
              <a:t>           </a:t>
            </a:r>
            <a:r>
              <a:rPr lang="en-US" sz="2000" dirty="0">
                <a:solidFill>
                  <a:schemeClr val="tx1"/>
                </a:solidFill>
                <a:latin typeface="Times New Roman" panose="02020603050405020304"/>
                <a:ea typeface="Roboto Medium"/>
                <a:cs typeface="Times New Roman" panose="02020603050405020304"/>
              </a:rPr>
              <a:t>The dataset is pre-processed in google collab using Python as a programming language by importing essential libraries. Outliers have been addressed to understand the dataset efficiently by plotting a boxplot graph for variability or perturbation (deviation) of the fundamental frequency. People who are suffering from PD tend to have a higher jitter percentage. The variation of the fundamental frequency is of low range for people who are normal. Duplicate and null values in the dataset have been removed efficiently. Label encoding is performed on 3 the dataset for converting categorial features to continuous features and then the dataset is divided </a:t>
            </a:r>
            <a:r>
              <a:rPr lang="en-IN" altLang="en-US" sz="2000" dirty="0">
                <a:solidFill>
                  <a:schemeClr val="tx1"/>
                </a:solidFill>
                <a:latin typeface="Times New Roman" panose="02020603050405020304"/>
                <a:ea typeface="Roboto Medium"/>
                <a:cs typeface="Times New Roman" panose="02020603050405020304"/>
              </a:rPr>
              <a:t>into train and test sets </a:t>
            </a:r>
            <a:r>
              <a:rPr lang="en-US" sz="2000" dirty="0">
                <a:solidFill>
                  <a:schemeClr val="tx1"/>
                </a:solidFill>
                <a:latin typeface="Times New Roman" panose="02020603050405020304"/>
                <a:ea typeface="Roboto Medium"/>
                <a:cs typeface="Times New Roman" panose="02020603050405020304"/>
              </a:rPr>
              <a:t>and fit into the algorithms to predict the accuracy.</a:t>
            </a: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Times New Roman" panose="02020603050405020304"/>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0" indent="0" algn="just">
              <a:buNone/>
            </a:pPr>
            <a:endParaRPr lang="en-US" sz="1400" dirty="0">
              <a:latin typeface="Times New Roman" panose="02020603050405020304"/>
              <a:ea typeface="Roboto Medium"/>
              <a:cs typeface="Roboto Medium"/>
            </a:endParaRPr>
          </a:p>
          <a:p>
            <a:pPr marL="285750" indent="-285750" algn="just">
              <a:buFont typeface="Arial" panose="020B0604020202020204" pitchFamily="34" charset="0"/>
              <a:buChar char="•"/>
            </a:pPr>
            <a:r>
              <a:rPr lang="en-US" sz="2000" u="sng" dirty="0">
                <a:solidFill>
                  <a:schemeClr val="tx1"/>
                </a:solidFill>
                <a:latin typeface="Times New Roman" panose="02020603050405020304"/>
                <a:ea typeface="Roboto Medium"/>
                <a:cs typeface="Times New Roman" panose="02020603050405020304"/>
              </a:rPr>
              <a:t>EXPLORATORY DATA ANALYSIS</a:t>
            </a:r>
          </a:p>
          <a:p>
            <a:pPr algn="just"/>
            <a:endParaRPr lang="en-US" sz="2000" u="sng" dirty="0">
              <a:solidFill>
                <a:schemeClr val="tx1"/>
              </a:solidFill>
              <a:latin typeface="Times New Roman" panose="02020603050405020304"/>
            </a:endParaRPr>
          </a:p>
          <a:p>
            <a:pPr algn="just">
              <a:buNone/>
            </a:pPr>
            <a:r>
              <a:rPr lang="en-US" sz="2000" dirty="0">
                <a:solidFill>
                  <a:schemeClr val="tx1"/>
                </a:solidFill>
                <a:latin typeface="Times New Roman" panose="02020603050405020304"/>
                <a:ea typeface="Roboto Medium"/>
                <a:cs typeface="Roboto Medium"/>
              </a:rPr>
              <a:t>          </a:t>
            </a:r>
            <a:r>
              <a:rPr lang="en-US" sz="2000" dirty="0">
                <a:solidFill>
                  <a:schemeClr val="tx1"/>
                </a:solidFill>
                <a:latin typeface="Times New Roman" panose="02020603050405020304"/>
                <a:ea typeface="Roboto Medium"/>
                <a:cs typeface="Times New Roman" panose="02020603050405020304"/>
              </a:rPr>
              <a:t>EDA is the most significant step for any data-driven project, for analyzing and taking decisions from discovered insights for accurate predictions. During EDA, it has been discovered that the data is imbalanced. The graph </a:t>
            </a:r>
            <a:r>
              <a:rPr lang="en-IN" altLang="en-US" sz="2000" dirty="0">
                <a:solidFill>
                  <a:schemeClr val="tx1"/>
                </a:solidFill>
                <a:latin typeface="Times New Roman" panose="02020603050405020304"/>
                <a:ea typeface="Roboto Medium"/>
                <a:cs typeface="Times New Roman" panose="02020603050405020304"/>
              </a:rPr>
              <a:t>above</a:t>
            </a:r>
            <a:r>
              <a:rPr lang="en-US" sz="2000" dirty="0">
                <a:solidFill>
                  <a:schemeClr val="tx1"/>
                </a:solidFill>
                <a:latin typeface="Times New Roman" panose="02020603050405020304"/>
                <a:ea typeface="Roboto Medium"/>
                <a:cs typeface="Times New Roman" panose="02020603050405020304"/>
              </a:rPr>
              <a:t> shows the imbalance in the dataset The dataset is highly imbalanced i.e., there are around 200 positive cases against 500 negative cases.</a:t>
            </a:r>
            <a:endParaRPr lang="en-US" sz="1400" dirty="0"/>
          </a:p>
        </p:txBody>
      </p:sp>
      <p:sp>
        <p:nvSpPr>
          <p:cNvPr id="6" name="Text Placeholder 5">
            <a:extLst>
              <a:ext uri="{FF2B5EF4-FFF2-40B4-BE49-F238E27FC236}">
                <a16:creationId xmlns:a16="http://schemas.microsoft.com/office/drawing/2014/main" id="{8E4A4F40-81CE-AB43-800B-E8E009473610}"/>
              </a:ext>
            </a:extLst>
          </p:cNvPr>
          <p:cNvSpPr>
            <a:spLocks noGrp="1"/>
          </p:cNvSpPr>
          <p:nvPr>
            <p:ph type="body" sz="quarter" idx="23"/>
          </p:nvPr>
        </p:nvSpPr>
        <p:spPr>
          <a:xfrm>
            <a:off x="11416350" y="19934394"/>
            <a:ext cx="10060283" cy="2616079"/>
          </a:xfrm>
        </p:spPr>
        <p:txBody>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rPr>
              <a:t>Seven models such as Random Forest, Decision tree, ADA Boost, Cat Boost, Gradient Boosting Classifier, Light GBM, Random Forest, and XGBOOST algorithm. Every algorithm that has been named above uses different attributes of the dataset to get the accuracy which is later compared.</a:t>
            </a: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rPr>
              <a:t>The selected dataset is divided into the training part and the testing part and applied to different algorithms and their accuracy score is recorded which is shown in table below. </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endParaRPr>
          </a:p>
        </p:txBody>
      </p:sp>
      <p:sp>
        <p:nvSpPr>
          <p:cNvPr id="7" name="Text Placeholder 6">
            <a:extLst>
              <a:ext uri="{FF2B5EF4-FFF2-40B4-BE49-F238E27FC236}">
                <a16:creationId xmlns:a16="http://schemas.microsoft.com/office/drawing/2014/main" id="{4F0712C1-8AD9-944F-935E-86F61F6BAE67}"/>
              </a:ext>
            </a:extLst>
          </p:cNvPr>
          <p:cNvSpPr>
            <a:spLocks noGrp="1"/>
          </p:cNvSpPr>
          <p:nvPr>
            <p:ph type="body" sz="quarter" idx="24"/>
          </p:nvPr>
        </p:nvSpPr>
        <p:spPr>
          <a:xfrm>
            <a:off x="11373134" y="18821399"/>
            <a:ext cx="10058400" cy="615545"/>
          </a:xfrm>
          <a:solidFill>
            <a:schemeClr val="accent2">
              <a:lumMod val="60000"/>
              <a:lumOff val="40000"/>
            </a:schemeClr>
          </a:solidFill>
        </p:spPr>
        <p:txBody>
          <a:bodyPr/>
          <a:lstStyle/>
          <a:p>
            <a:r>
              <a:rPr lang="en-US" dirty="0">
                <a:solidFill>
                  <a:schemeClr val="tx1"/>
                </a:solidFill>
                <a:latin typeface="Times New Roman" panose="02020603050405020304" pitchFamily="18" charset="0"/>
                <a:cs typeface="Times New Roman" panose="02020603050405020304" pitchFamily="18" charset="0"/>
              </a:rPr>
              <a:t>COMPARISON OF RESULTS OF DIFFERENT MODELS</a:t>
            </a:r>
          </a:p>
        </p:txBody>
      </p:sp>
      <p:sp>
        <p:nvSpPr>
          <p:cNvPr id="8" name="Text Placeholder 7">
            <a:extLst>
              <a:ext uri="{FF2B5EF4-FFF2-40B4-BE49-F238E27FC236}">
                <a16:creationId xmlns:a16="http://schemas.microsoft.com/office/drawing/2014/main" id="{8DC7945D-8526-9341-BE86-0A5DA5DA04D7}"/>
              </a:ext>
            </a:extLst>
          </p:cNvPr>
          <p:cNvSpPr>
            <a:spLocks noGrp="1"/>
          </p:cNvSpPr>
          <p:nvPr>
            <p:ph type="body" sz="quarter" idx="25"/>
          </p:nvPr>
        </p:nvSpPr>
        <p:spPr>
          <a:xfrm>
            <a:off x="33428290" y="14186709"/>
            <a:ext cx="10047018" cy="615545"/>
          </a:xfrm>
          <a:solidFill>
            <a:schemeClr val="accent2">
              <a:lumMod val="60000"/>
              <a:lumOff val="40000"/>
            </a:schemeClr>
          </a:solidFill>
        </p:spPr>
        <p:txBody>
          <a:bodyPr/>
          <a:lstStyle/>
          <a:p>
            <a:r>
              <a:rPr lang="en-US" dirty="0">
                <a:solidFill>
                  <a:schemeClr val="tx1"/>
                </a:solidFill>
                <a:latin typeface="Times New Roman" panose="02020603050405020304" pitchFamily="18" charset="0"/>
                <a:cs typeface="Times New Roman" panose="02020603050405020304" pitchFamily="18" charset="0"/>
              </a:rPr>
              <a:t>CONCLUSIONS</a:t>
            </a:r>
          </a:p>
        </p:txBody>
      </p:sp>
      <p:sp>
        <p:nvSpPr>
          <p:cNvPr id="9" name="Text Placeholder 8">
            <a:extLst>
              <a:ext uri="{FF2B5EF4-FFF2-40B4-BE49-F238E27FC236}">
                <a16:creationId xmlns:a16="http://schemas.microsoft.com/office/drawing/2014/main" id="{173667CD-4E00-2047-8C4A-BF23F28E04C2}"/>
              </a:ext>
            </a:extLst>
          </p:cNvPr>
          <p:cNvSpPr>
            <a:spLocks noGrp="1"/>
          </p:cNvSpPr>
          <p:nvPr>
            <p:ph type="body" sz="quarter" idx="26"/>
          </p:nvPr>
        </p:nvSpPr>
        <p:spPr>
          <a:xfrm>
            <a:off x="33428290" y="14899563"/>
            <a:ext cx="10047018" cy="4582225"/>
          </a:xfrm>
        </p:spPr>
        <p:txBody>
          <a:bodyPr/>
          <a:lstStyle/>
          <a:p>
            <a:pPr marL="285750" indent="-285750" algn="just">
              <a:lnSpc>
                <a:spcPct val="107000"/>
              </a:lnSpc>
              <a:spcAft>
                <a:spcPts val="800"/>
              </a:spcAf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our project, we have summarized the research on the 7 different machine-learning algorithms and compared their accuracy to find out which algorithm will provide us with the best accuracy to predict Parkinson’s disease as early as possible so that one can diagnose it and take the required treatment.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After the dataset is pre-processed with the required Python code it is fed into 7 different algorithms named as Random Forest, Decision Tree, ADA Boost, Cat Boost, Gradient Boosting Classifier, Light GBM, Random Forest, and XGBOOST algorithm. When we compared the accuracy of the test dataset of all the algorithms it was observed that Light GBM has the highest accuracy of 91.30% and a recall score of 0.91 followed by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XGBoost</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which is in second place in terms of recall and also has good accuracy. So, we conclude that Light GBM and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XGBoost</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are the two algorithms that we can use for the early prediction of this disease.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endParaRPr>
          </a:p>
        </p:txBody>
      </p:sp>
      <p:sp>
        <p:nvSpPr>
          <p:cNvPr id="10" name="Text Placeholder 9">
            <a:extLst>
              <a:ext uri="{FF2B5EF4-FFF2-40B4-BE49-F238E27FC236}">
                <a16:creationId xmlns:a16="http://schemas.microsoft.com/office/drawing/2014/main" id="{AA359930-64F2-DB41-97F9-5768B7D2119A}"/>
              </a:ext>
            </a:extLst>
          </p:cNvPr>
          <p:cNvSpPr>
            <a:spLocks noGrp="1"/>
          </p:cNvSpPr>
          <p:nvPr>
            <p:ph type="body" sz="quarter" idx="27"/>
          </p:nvPr>
        </p:nvSpPr>
        <p:spPr>
          <a:xfrm>
            <a:off x="33452271" y="19548033"/>
            <a:ext cx="10047018" cy="615545"/>
          </a:xfrm>
          <a:solidFill>
            <a:schemeClr val="accent2">
              <a:lumMod val="60000"/>
              <a:lumOff val="40000"/>
            </a:schemeClr>
          </a:solidFill>
        </p:spPr>
        <p:txBody>
          <a:bodyPr/>
          <a:lstStyle/>
          <a:p>
            <a:r>
              <a:rPr lang="en-US" dirty="0">
                <a:solidFill>
                  <a:schemeClr val="tx1"/>
                </a:solidFill>
                <a:latin typeface="Times New Roman" panose="02020603050405020304" pitchFamily="18" charset="0"/>
                <a:cs typeface="Times New Roman" panose="02020603050405020304" pitchFamily="18" charset="0"/>
              </a:rPr>
              <a:t>REFERENCES</a:t>
            </a:r>
          </a:p>
        </p:txBody>
      </p:sp>
      <p:sp>
        <p:nvSpPr>
          <p:cNvPr id="11" name="Text Placeholder 10">
            <a:extLst>
              <a:ext uri="{FF2B5EF4-FFF2-40B4-BE49-F238E27FC236}">
                <a16:creationId xmlns:a16="http://schemas.microsoft.com/office/drawing/2014/main" id="{D0AF34D3-7949-184E-A501-EAF821E59564}"/>
              </a:ext>
            </a:extLst>
          </p:cNvPr>
          <p:cNvSpPr>
            <a:spLocks noGrp="1"/>
          </p:cNvSpPr>
          <p:nvPr>
            <p:ph type="body" sz="quarter" idx="28"/>
          </p:nvPr>
        </p:nvSpPr>
        <p:spPr>
          <a:xfrm>
            <a:off x="33390292" y="20325255"/>
            <a:ext cx="10052050" cy="10944740"/>
          </a:xfrm>
        </p:spPr>
        <p:txBody>
          <a:bodyPr/>
          <a:lstStyle/>
          <a:p>
            <a:pPr lvl="0"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[1]K. Khanna, S. Gambhir and M. Gambhir, "Identification and Assessment of Pre-processing Techniques for Parkinson's Diagnosis," 2022 IEEE Delhi Section Conference (DELCON), New Delhi, India, 2022, pp. 1-4,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10.1109/DELCON54057.2022.9753324.</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[2]M. S.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Roobini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Y. R. K. Reddy, U. S. G. Royal, A. K. Singh and K. Babu, "Parkinson's Disease Detection Using Machine Learning," 2022 International Conference on Communication, Computing and Internet of Things (IC3IoT), Chennai, India, 2022, pp. 1-6,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10.1109/IC3IOT53935.2022.9768002.</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[3]S.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Harlina</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Rizaldy</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Usman,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Magfirah</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Asran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and M. O.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Kadang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"Comparison of Feature Selection in The Classification Of Patients With Parkinson's Disease," 2021 3rd International Conference on Cybernetics and Intelligent System (ICORIS),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Makasar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Indonesia, 2021, pp. 1-4,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10.1109/ICORIS52787.2021.9649502.</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[4]Global, regional, and national burden of Parkinson’s disease, 1990–2016: a systematic analysis for the Global Burden of Disease Study 2016.</a:t>
            </a:r>
          </a:p>
          <a:p>
            <a:pPr lvl="0" algn="just">
              <a:lnSpc>
                <a:spcPct val="106000"/>
              </a:lnSpc>
              <a:spcAft>
                <a:spcPts val="800"/>
              </a:spcAft>
              <a:tabLst>
                <a:tab pos="198120" algn="l"/>
              </a:tabLst>
            </a:pP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[5]Sachin Shetty </a:t>
            </a:r>
            <a:r>
              <a:rPr lang="en-IN"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t>
            </a:r>
            <a:r>
              <a:rPr lang="en-IN" sz="2000"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Dr.</a:t>
            </a:r>
            <a:r>
              <a:rPr lang="en-IN"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Y. S. Rao,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SVM Based Machine Learning Approach to Identify Parkinson’s Disease Using Gait analysis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[6]Sandhya Joshi ,Deepa Shenoy,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Vibhudendra</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simha</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G G,P L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Rrashmi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 K R Venugopal ,L M Patnaik ,2010 Second International Conference on Machine Learning and Computing.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[7]</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udil</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Hussain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Dr.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Amit Sharma ,Machine Learning Techniques for Voice-based Early Detection of Parkinson’s Disease ,2022 2nd International Conference on Advance Computing and Innovative Technologies in Engineering (ICACITE) | 978-1-6654-3789-9/22/$31.00 ©2022 IEEE | DOI: 10.1109/ICACITE53722.2022.9823467.</a:t>
            </a:r>
          </a:p>
          <a:p>
            <a:pPr algn="just">
              <a:lnSpc>
                <a:spcPct val="106000"/>
              </a:lnSpc>
              <a:spcAft>
                <a:spcPts val="800"/>
              </a:spcAft>
              <a:tabLst>
                <a:tab pos="19812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Gábor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Kiss,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Artúr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Bendegúz</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Takács</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Dávid</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Sztahó</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Klára</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Vicsi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,Detection Possibilities of Depression and Parkinson’s disease Based on the Ratio of Transient Parts of the Speech ,9th IEEE International Conference on Cognitive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Infocommunications</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CogInfoCom</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2018) ,August 22-44, 2018,Budapest, Hungary.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6000"/>
              </a:lnSpc>
              <a:spcAft>
                <a:spcPts val="800"/>
              </a:spcAft>
              <a:tabLst>
                <a:tab pos="198120" algn="l"/>
              </a:tabLst>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p>
        </p:txBody>
      </p:sp>
      <p:sp>
        <p:nvSpPr>
          <p:cNvPr id="14" name="Text Placeholder 13">
            <a:extLst>
              <a:ext uri="{FF2B5EF4-FFF2-40B4-BE49-F238E27FC236}">
                <a16:creationId xmlns:a16="http://schemas.microsoft.com/office/drawing/2014/main" id="{407CC639-96C9-C046-857E-3D4AACC9922D}"/>
              </a:ext>
            </a:extLst>
          </p:cNvPr>
          <p:cNvSpPr>
            <a:spLocks noGrp="1"/>
          </p:cNvSpPr>
          <p:nvPr>
            <p:ph type="body" sz="quarter" idx="96"/>
          </p:nvPr>
        </p:nvSpPr>
        <p:spPr>
          <a:xfrm>
            <a:off x="471471" y="15548003"/>
            <a:ext cx="10056813" cy="7909835"/>
          </a:xfrm>
        </p:spPr>
        <p:txBody>
          <a:bodyPr/>
          <a:lstStyle/>
          <a:p>
            <a:pPr marL="285750" indent="-285750">
              <a:buFont typeface="Arial" panose="020B0604020202020204" pitchFamily="34" charset="0"/>
              <a:buChar char="•"/>
            </a:pPr>
            <a:r>
              <a:rPr lang="en-US" sz="2000" b="1" u="sng" dirty="0">
                <a:solidFill>
                  <a:schemeClr val="accent6">
                    <a:lumMod val="75000"/>
                  </a:schemeClr>
                </a:solidFill>
                <a:latin typeface="Times New Roman" panose="02020603050405020304" pitchFamily="18" charset="0"/>
              </a:rPr>
              <a:t>PROBLEM STATEMENT</a:t>
            </a:r>
            <a:r>
              <a:rPr lang="en-US" sz="2000" b="1" dirty="0">
                <a:solidFill>
                  <a:schemeClr val="accent6">
                    <a:lumMod val="75000"/>
                  </a:schemeClr>
                </a:solidFill>
                <a:latin typeface="Times New Roman" panose="02020603050405020304" pitchFamily="18" charset="0"/>
              </a:rPr>
              <a:t> </a:t>
            </a:r>
            <a:r>
              <a:rPr lang="en-US" sz="2000" dirty="0">
                <a:solidFill>
                  <a:schemeClr val="tx1"/>
                </a:solidFill>
                <a:latin typeface="Times New Roman" panose="02020603050405020304"/>
                <a:ea typeface="Roboto Medium"/>
                <a:cs typeface="Roboto Medium"/>
              </a:rPr>
              <a:t>Starting stage of Parkinson's disease possess many problems with regard to detection. </a:t>
            </a:r>
            <a:endParaRPr lang="en-US" sz="1400" dirty="0"/>
          </a:p>
          <a:p>
            <a:pPr marL="285750" indent="-285750">
              <a:buFont typeface="Arial" panose="020B0604020202020204"/>
              <a:buChar char="•"/>
            </a:pPr>
            <a:r>
              <a:rPr lang="en-US" sz="2000" dirty="0">
                <a:solidFill>
                  <a:schemeClr val="tx1"/>
                </a:solidFill>
                <a:latin typeface="Times New Roman" panose="02020603050405020304"/>
                <a:ea typeface="Roboto Medium"/>
                <a:cs typeface="Roboto Medium"/>
              </a:rPr>
              <a:t>Since PD can have a subtle onset before an actual diagnosis is made, people often attribute symptoms to other causes.</a:t>
            </a:r>
          </a:p>
          <a:p>
            <a:pPr marL="285750" indent="-285750">
              <a:buFont typeface="Arial" panose="020B0604020202020204"/>
              <a:buChar char="•"/>
            </a:pPr>
            <a:r>
              <a:rPr lang="en-US" sz="2000" dirty="0">
                <a:solidFill>
                  <a:schemeClr val="tx1"/>
                </a:solidFill>
                <a:latin typeface="Times New Roman" panose="02020603050405020304"/>
                <a:ea typeface="Roboto Medium"/>
                <a:cs typeface="Roboto Medium"/>
              </a:rPr>
              <a:t>So detection of disease in early stages plays a crucial role to prevent advancement of the disease  and deal with it.</a:t>
            </a:r>
          </a:p>
          <a:p>
            <a:r>
              <a:rPr lang="en-US" sz="2000" b="1" u="sng" dirty="0">
                <a:solidFill>
                  <a:schemeClr val="accent6">
                    <a:lumMod val="75000"/>
                  </a:schemeClr>
                </a:solidFill>
                <a:latin typeface="Times New Roman" panose="02020603050405020304" pitchFamily="18" charset="0"/>
                <a:ea typeface="Calibri" panose="020F0502020204030204" pitchFamily="34" charset="0"/>
              </a:rPr>
              <a:t>AIM:</a:t>
            </a:r>
          </a:p>
          <a:p>
            <a:pPr marL="0" indent="0">
              <a:buNone/>
            </a:pPr>
            <a:r>
              <a:rPr lang="en-US" sz="2000" dirty="0">
                <a:solidFill>
                  <a:schemeClr val="tx1"/>
                </a:solidFill>
                <a:latin typeface="Times New Roman" panose="02020603050405020304"/>
                <a:ea typeface="Roboto Medium"/>
                <a:cs typeface="Roboto Medium"/>
              </a:rPr>
              <a:t>The aim of this work we are doing it to compare the results of the 7 different classification algorithm and check which classification algorithm works best with our Parkinson's disease dataset. </a:t>
            </a:r>
          </a:p>
          <a:p>
            <a:pPr marL="0" indent="0">
              <a:buNone/>
            </a:pPr>
            <a:r>
              <a:rPr lang="en-US" sz="2000" dirty="0">
                <a:solidFill>
                  <a:schemeClr val="tx1"/>
                </a:solidFill>
                <a:latin typeface="Times New Roman" panose="02020603050405020304"/>
                <a:ea typeface="Roboto Medium"/>
                <a:cs typeface="Roboto Medium"/>
              </a:rPr>
              <a:t>What does our objective answer?</a:t>
            </a:r>
          </a:p>
          <a:p>
            <a:pPr marL="0" indent="0">
              <a:buNone/>
            </a:pPr>
            <a:r>
              <a:rPr lang="en-US" sz="2000" dirty="0">
                <a:solidFill>
                  <a:schemeClr val="tx1"/>
                </a:solidFill>
                <a:latin typeface="Times New Roman" panose="02020603050405020304"/>
                <a:ea typeface="Roboto Medium"/>
                <a:cs typeface="Roboto Medium"/>
              </a:rPr>
              <a:t>Detecting of the disease as early as possible so that it makes the work for the practitioner easy and can stop the advancement of the disease to the higher levels</a:t>
            </a:r>
          </a:p>
          <a:p>
            <a:pPr marL="0" indent="0">
              <a:buNone/>
            </a:pPr>
            <a:endParaRPr lang="en-US" sz="2000" b="1" u="sng" dirty="0">
              <a:solidFill>
                <a:srgbClr val="000000"/>
              </a:solidFill>
              <a:latin typeface="Times New Roman" panose="02020603050405020304" pitchFamily="18" charset="0"/>
              <a:ea typeface="Calibri" panose="020F0502020204030204" pitchFamily="34" charset="0"/>
            </a:endParaRPr>
          </a:p>
          <a:p>
            <a:r>
              <a:rPr lang="en-US" sz="2000" b="1" u="sng" dirty="0">
                <a:solidFill>
                  <a:schemeClr val="accent6">
                    <a:lumMod val="75000"/>
                  </a:schemeClr>
                </a:solidFill>
                <a:latin typeface="Times New Roman" panose="02020603050405020304" pitchFamily="18" charset="0"/>
                <a:ea typeface="Calibri" panose="020F0502020204030204" pitchFamily="34" charset="0"/>
              </a:rPr>
              <a:t>OBJECTIVES:</a:t>
            </a:r>
            <a:endParaRPr lang="en-IN" sz="2000" b="1" u="sng" dirty="0">
              <a:solidFill>
                <a:schemeClr val="accent6">
                  <a:lumMod val="75000"/>
                </a:schemeClr>
              </a:solidFill>
              <a:effectLst/>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sz="2000" dirty="0">
                <a:solidFill>
                  <a:schemeClr val="tx1"/>
                </a:solidFill>
                <a:latin typeface="Times New Roman" panose="02020603050405020304"/>
                <a:ea typeface="Roboto Medium"/>
                <a:cs typeface="Roboto Medium"/>
              </a:rPr>
              <a:t>Parkinson's disease is one in which the symptoms are barely noticeable, so people suffering from this disease will never get to know until it advances to higher levels. </a:t>
            </a:r>
          </a:p>
          <a:p>
            <a:pPr marL="285750" indent="-285750">
              <a:buFont typeface="Arial" panose="020B0604020202020204" pitchFamily="34" charset="0"/>
              <a:buChar char="•"/>
            </a:pPr>
            <a:r>
              <a:rPr lang="en-US" sz="2000" dirty="0">
                <a:solidFill>
                  <a:schemeClr val="tx1"/>
                </a:solidFill>
                <a:latin typeface="Times New Roman" panose="02020603050405020304"/>
                <a:ea typeface="Roboto Medium"/>
                <a:cs typeface="Roboto Medium"/>
              </a:rPr>
              <a:t>The key purpose of the Personalized Parkinson Project is to contribute to the understanding of the differences in etiology, pathophysiology, phenotypic diversity, and disease progression among individual PD patients.</a:t>
            </a:r>
            <a:endParaRPr lang="en-US" sz="2000" dirty="0">
              <a:solidFill>
                <a:schemeClr val="tx1"/>
              </a:solidFill>
              <a:latin typeface="Times New Roman" panose="02020603050405020304"/>
            </a:endParaRPr>
          </a:p>
          <a:p>
            <a:pPr marL="285750" indent="-285750">
              <a:buFont typeface="Arial" panose="020B0604020202020204" pitchFamily="34" charset="0"/>
              <a:buChar char="•"/>
            </a:pPr>
            <a:r>
              <a:rPr lang="en-US" sz="2000" dirty="0">
                <a:solidFill>
                  <a:schemeClr val="tx1"/>
                </a:solidFill>
                <a:latin typeface="Times New Roman" panose="02020603050405020304"/>
                <a:ea typeface="Roboto Medium"/>
                <a:cs typeface="Roboto Medium"/>
              </a:rPr>
              <a:t>The objective of our project to use machine learning algorithm to our best knowledge to detect the disease as early as possible. </a:t>
            </a:r>
            <a:endParaRPr lang="en-US" sz="2000" dirty="0">
              <a:solidFill>
                <a:schemeClr val="tx1"/>
              </a:solidFill>
              <a:latin typeface="Times New Roman" panose="02020603050405020304"/>
            </a:endParaRPr>
          </a:p>
        </p:txBody>
      </p:sp>
      <p:sp>
        <p:nvSpPr>
          <p:cNvPr id="16" name="Text Placeholder 15">
            <a:extLst>
              <a:ext uri="{FF2B5EF4-FFF2-40B4-BE49-F238E27FC236}">
                <a16:creationId xmlns:a16="http://schemas.microsoft.com/office/drawing/2014/main" id="{92B7211F-F9BF-2341-8FA4-6BFFF71C3260}"/>
              </a:ext>
            </a:extLst>
          </p:cNvPr>
          <p:cNvSpPr>
            <a:spLocks noGrp="1"/>
          </p:cNvSpPr>
          <p:nvPr>
            <p:ph type="body" sz="quarter" idx="151"/>
          </p:nvPr>
        </p:nvSpPr>
        <p:spPr>
          <a:xfrm>
            <a:off x="0" y="2364305"/>
            <a:ext cx="43891200" cy="759239"/>
          </a:xfrm>
          <a:solidFill>
            <a:schemeClr val="accent1"/>
          </a:solidFill>
          <a:ln>
            <a:solidFill>
              <a:schemeClr val="accent2"/>
            </a:solidFill>
          </a:ln>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Harshith </a:t>
            </a:r>
            <a:r>
              <a:rPr lang="en-US" b="1" dirty="0" err="1">
                <a:solidFill>
                  <a:schemeClr val="bg1"/>
                </a:solidFill>
                <a:latin typeface="Times New Roman" panose="02020603050405020304" pitchFamily="18" charset="0"/>
                <a:cs typeface="Times New Roman" panose="02020603050405020304" pitchFamily="18" charset="0"/>
              </a:rPr>
              <a:t>Savanth</a:t>
            </a:r>
            <a:r>
              <a:rPr lang="en-US" b="1" dirty="0">
                <a:solidFill>
                  <a:schemeClr val="bg1"/>
                </a:solidFill>
                <a:latin typeface="Times New Roman" panose="02020603050405020304" pitchFamily="18" charset="0"/>
                <a:cs typeface="Times New Roman" panose="02020603050405020304" pitchFamily="18" charset="0"/>
              </a:rPr>
              <a:t> K, Kaushik RM, Sagar Shaw, Tharun Deepika M</a:t>
            </a:r>
          </a:p>
          <a:p>
            <a:pPr algn="ct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7" name="Text Placeholder 16">
            <a:extLst>
              <a:ext uri="{FF2B5EF4-FFF2-40B4-BE49-F238E27FC236}">
                <a16:creationId xmlns:a16="http://schemas.microsoft.com/office/drawing/2014/main" id="{FA414139-9C25-2A4B-AABF-50AFEECB204B}"/>
              </a:ext>
            </a:extLst>
          </p:cNvPr>
          <p:cNvSpPr>
            <a:spLocks noGrp="1"/>
          </p:cNvSpPr>
          <p:nvPr>
            <p:ph type="body" sz="quarter" idx="153"/>
          </p:nvPr>
        </p:nvSpPr>
        <p:spPr>
          <a:xfrm>
            <a:off x="0" y="1032861"/>
            <a:ext cx="43891200" cy="1331444"/>
          </a:xfrm>
          <a:solidFill>
            <a:schemeClr val="bg1"/>
          </a:solidFill>
        </p:spPr>
        <p:txBody>
          <a:bodyPr>
            <a:normAutofit/>
          </a:bodyPr>
          <a:lstStyle/>
          <a:p>
            <a:r>
              <a:rPr lang="en-US" sz="7200" dirty="0">
                <a:solidFill>
                  <a:schemeClr val="accent2"/>
                </a:solidFill>
                <a:latin typeface="Times New Roman" panose="02020603050405020304"/>
                <a:ea typeface="Roboto Medium"/>
                <a:cs typeface="Times New Roman" panose="02020603050405020304"/>
              </a:rPr>
              <a:t>                 COMPARISON OF VARIOUS  ML CLASSIFIERS TO DETECT PARKINSONS DISEASE</a:t>
            </a:r>
            <a:endParaRPr lang="en-US" sz="7200" dirty="0"/>
          </a:p>
        </p:txBody>
      </p:sp>
      <p:sp>
        <p:nvSpPr>
          <p:cNvPr id="20" name="TextBox 19">
            <a:extLst>
              <a:ext uri="{FF2B5EF4-FFF2-40B4-BE49-F238E27FC236}">
                <a16:creationId xmlns:a16="http://schemas.microsoft.com/office/drawing/2014/main" id="{F11CDD19-2E53-28BC-2DAC-D5FFEB287950}"/>
              </a:ext>
            </a:extLst>
          </p:cNvPr>
          <p:cNvSpPr txBox="1"/>
          <p:nvPr/>
        </p:nvSpPr>
        <p:spPr>
          <a:xfrm>
            <a:off x="481302" y="4229311"/>
            <a:ext cx="10027572" cy="523220"/>
          </a:xfrm>
          <a:prstGeom prst="rect">
            <a:avLst/>
          </a:prstGeom>
          <a:solidFill>
            <a:schemeClr val="accent2">
              <a:lumMod val="60000"/>
              <a:lumOff val="40000"/>
            </a:schemeClr>
          </a:solidFill>
        </p:spPr>
        <p:txBody>
          <a:bodyPr wrap="square" rtlCol="0">
            <a:spAutoFit/>
          </a:bodyPr>
          <a:lstStyle/>
          <a:p>
            <a:r>
              <a:rPr lang="en-US" sz="2800" b="1" dirty="0">
                <a:latin typeface="Times New Roman" panose="02020603050405020304" pitchFamily="18" charset="0"/>
                <a:cs typeface="Times New Roman" panose="02020603050405020304" pitchFamily="18" charset="0"/>
              </a:rPr>
              <a:t>ABSTRACT AND INTRODUCTION</a:t>
            </a:r>
            <a:endParaRPr lang="en-IN" sz="2800" b="1" dirty="0">
              <a:latin typeface="Times New Roman" panose="02020603050405020304" pitchFamily="18" charset="0"/>
              <a:cs typeface="Times New Roman" panose="02020603050405020304" pitchFamily="18" charset="0"/>
            </a:endParaRPr>
          </a:p>
        </p:txBody>
      </p:sp>
      <p:sp>
        <p:nvSpPr>
          <p:cNvPr id="21" name="Text Placeholder 2">
            <a:extLst>
              <a:ext uri="{FF2B5EF4-FFF2-40B4-BE49-F238E27FC236}">
                <a16:creationId xmlns:a16="http://schemas.microsoft.com/office/drawing/2014/main" id="{A653B4A3-5B6E-CD9D-4C79-239DC3CDBCC7}"/>
              </a:ext>
            </a:extLst>
          </p:cNvPr>
          <p:cNvSpPr txBox="1">
            <a:spLocks/>
          </p:cNvSpPr>
          <p:nvPr/>
        </p:nvSpPr>
        <p:spPr>
          <a:xfrm>
            <a:off x="559462" y="23823126"/>
            <a:ext cx="10050462" cy="615545"/>
          </a:xfrm>
          <a:prstGeom prst="rect">
            <a:avLst/>
          </a:prstGeom>
          <a:solidFill>
            <a:schemeClr val="accent2">
              <a:lumMod val="60000"/>
              <a:lumOff val="40000"/>
            </a:schemeClr>
          </a:solidFill>
          <a:ln>
            <a:noFill/>
          </a:ln>
        </p:spPr>
        <p:txBody>
          <a:bodyPr wrap="square" lIns="91436" tIns="91436" rIns="91436" bIns="91436" anchor="ctr" anchorCtr="0">
            <a:spAutoFit/>
          </a:bodyPr>
          <a:lstStyle>
            <a:lvl1pPr marL="0" indent="0" algn="l" defTabSz="4388900" rtl="0" eaLnBrk="1" latinLnBrk="0" hangingPunct="1">
              <a:spcBef>
                <a:spcPct val="20000"/>
              </a:spcBef>
              <a:buFont typeface="Arial" pitchFamily="34" charset="0"/>
              <a:buNone/>
              <a:defRPr sz="2800" b="1" u="none" kern="1200" baseline="0">
                <a:solidFill>
                  <a:schemeClr val="bg1"/>
                </a:solidFill>
                <a:latin typeface="Helvetica" pitchFamily="2"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METHODOLOGY</a:t>
            </a:r>
          </a:p>
        </p:txBody>
      </p:sp>
      <p:sp>
        <p:nvSpPr>
          <p:cNvPr id="26" name="Text Placeholder 6">
            <a:extLst>
              <a:ext uri="{FF2B5EF4-FFF2-40B4-BE49-F238E27FC236}">
                <a16:creationId xmlns:a16="http://schemas.microsoft.com/office/drawing/2014/main" id="{CCA567A2-CF88-47E4-96EC-3ABE640138C1}"/>
              </a:ext>
            </a:extLst>
          </p:cNvPr>
          <p:cNvSpPr txBox="1">
            <a:spLocks/>
          </p:cNvSpPr>
          <p:nvPr/>
        </p:nvSpPr>
        <p:spPr>
          <a:xfrm>
            <a:off x="22442304" y="23344873"/>
            <a:ext cx="10058400" cy="615545"/>
          </a:xfrm>
          <a:prstGeom prst="rect">
            <a:avLst/>
          </a:prstGeom>
          <a:solidFill>
            <a:schemeClr val="accent2">
              <a:lumMod val="60000"/>
              <a:lumOff val="40000"/>
            </a:schemeClr>
          </a:solidFill>
          <a:ln>
            <a:noFill/>
          </a:ln>
        </p:spPr>
        <p:txBody>
          <a:bodyPr lIns="91436" tIns="91436" rIns="91436" bIns="91436" anchor="ctr" anchorCtr="0">
            <a:spAutoFit/>
          </a:bodyPr>
          <a:lstStyle>
            <a:lvl1pPr marL="0" indent="0" algn="l" defTabSz="4388900" rtl="0" eaLnBrk="1" latinLnBrk="0" hangingPunct="1">
              <a:spcBef>
                <a:spcPct val="20000"/>
              </a:spcBef>
              <a:buFont typeface="Arial" pitchFamily="34" charset="0"/>
              <a:buNone/>
              <a:defRPr sz="2800" b="1" u="none" kern="1200" baseline="0">
                <a:solidFill>
                  <a:schemeClr val="bg1"/>
                </a:solidFill>
                <a:latin typeface="Helvetica" pitchFamily="2"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solidFill>
                  <a:schemeClr val="tx1"/>
                </a:solidFill>
                <a:latin typeface="Times New Roman" panose="02020603050405020304" pitchFamily="18" charset="0"/>
                <a:cs typeface="Times New Roman" panose="02020603050405020304" pitchFamily="18" charset="0"/>
              </a:rPr>
              <a:t>EXPERIMENTAL RESULTS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29" name="Text Placeholder 13">
            <a:extLst>
              <a:ext uri="{FF2B5EF4-FFF2-40B4-BE49-F238E27FC236}">
                <a16:creationId xmlns:a16="http://schemas.microsoft.com/office/drawing/2014/main" id="{0128592D-F063-A920-521D-73982A76961A}"/>
              </a:ext>
            </a:extLst>
          </p:cNvPr>
          <p:cNvSpPr txBox="1">
            <a:spLocks/>
          </p:cNvSpPr>
          <p:nvPr/>
        </p:nvSpPr>
        <p:spPr>
          <a:xfrm>
            <a:off x="471473" y="30272301"/>
            <a:ext cx="10056813" cy="120030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800" kern="1200">
                <a:solidFill>
                  <a:schemeClr val="tx2"/>
                </a:solidFill>
                <a:latin typeface="Helvetica" pitchFamily="2"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sz="2400" dirty="0"/>
              <a:t>The above diagram explains the methodology used in machine-learning algorithms in general. </a:t>
            </a:r>
          </a:p>
        </p:txBody>
      </p:sp>
      <p:sp>
        <p:nvSpPr>
          <p:cNvPr id="37" name="Text Placeholder 13">
            <a:extLst>
              <a:ext uri="{FF2B5EF4-FFF2-40B4-BE49-F238E27FC236}">
                <a16:creationId xmlns:a16="http://schemas.microsoft.com/office/drawing/2014/main" id="{972B6A6C-14EA-DBC3-8213-E9EC655A04C0}"/>
              </a:ext>
            </a:extLst>
          </p:cNvPr>
          <p:cNvSpPr txBox="1">
            <a:spLocks/>
          </p:cNvSpPr>
          <p:nvPr/>
        </p:nvSpPr>
        <p:spPr>
          <a:xfrm>
            <a:off x="22230968" y="24438671"/>
            <a:ext cx="9899627" cy="373651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800" kern="1200">
                <a:solidFill>
                  <a:schemeClr val="tx2"/>
                </a:solidFill>
                <a:latin typeface="Helvetica" pitchFamily="2"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lnSpc>
                <a:spcPct val="107000"/>
              </a:lnSpc>
              <a:spcAft>
                <a:spcPts val="800"/>
              </a:spcAft>
            </a:pPr>
            <a:r>
              <a:rPr lang="en-US" sz="2000" b="1"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PRECISION RECALL CURVE</a:t>
            </a:r>
            <a:endParaRPr lang="en-IN" sz="2000" b="1" u="sng"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recall scores are shown on the x-axis of these curves, while the precision scores are shown on the y-axis.</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level of precision indicates how well-built the data analysis model is.  Recall serves as a measurement of how much of a model is being used to analyze the data.</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Understanding how the model interprets historical patterns is made easier by the precision-recall curve. The precision-recall curve of all the algorithms are noted below.</a:t>
            </a:r>
          </a:p>
          <a:p>
            <a:pPr algn="just">
              <a:lnSpc>
                <a:spcPct val="107000"/>
              </a:lnSpc>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a:t>
            </a:r>
            <a:r>
              <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XGBoost</a:t>
            </a:r>
            <a:r>
              <a:rPr lang="en-IN" sz="2000" dirty="0">
                <a:solidFill>
                  <a:schemeClr val="tx1"/>
                </a:solidFill>
                <a:latin typeface="Calibri" panose="020F0502020204030204" pitchFamily="34" charset="0"/>
                <a:ea typeface="Calibri" panose="020F0502020204030204" pitchFamily="34" charset="0"/>
              </a:rPr>
              <a:t>                         </a:t>
            </a:r>
            <a:r>
              <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2.Random Forest</a:t>
            </a:r>
            <a:endParaRPr lang="en-US" sz="2000" b="1" dirty="0">
              <a:solidFill>
                <a:schemeClr val="tx1"/>
              </a:solidFill>
              <a:latin typeface="Times New Roman" panose="02020603050405020304" pitchFamily="18" charset="0"/>
              <a:ea typeface="Calibri" panose="020F0502020204030204" pitchFamily="34" charset="0"/>
            </a:endParaRPr>
          </a:p>
        </p:txBody>
      </p:sp>
      <p:sp>
        <p:nvSpPr>
          <p:cNvPr id="15" name="Text Placeholder 5">
            <a:extLst>
              <a:ext uri="{FF2B5EF4-FFF2-40B4-BE49-F238E27FC236}">
                <a16:creationId xmlns:a16="http://schemas.microsoft.com/office/drawing/2014/main" id="{F0775FEC-D238-64AD-9ABE-33D6F13A9DA9}"/>
              </a:ext>
            </a:extLst>
          </p:cNvPr>
          <p:cNvSpPr txBox="1">
            <a:spLocks/>
          </p:cNvSpPr>
          <p:nvPr/>
        </p:nvSpPr>
        <p:spPr>
          <a:xfrm>
            <a:off x="22452709" y="4752531"/>
            <a:ext cx="10060283" cy="2308302"/>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800" kern="1200">
                <a:solidFill>
                  <a:schemeClr val="tx2"/>
                </a:solidFill>
                <a:latin typeface="Helvetica" pitchFamily="2"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rPr>
              <a:t>Out of the 7 different algorithms, 3 algorithms that provide the highest accuracy are Light GBM (91.39%), Cat Boost (88.74%), and Random Forest (86.75%). </a:t>
            </a: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rPr>
              <a:t>The comparison of all the algorithms’ precision-recall curves is put into a table which can be referred to in the below-given table. All the algorithms are run in the same runtime environment. </a:t>
            </a: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rPr>
              <a:t>The table gives information on the precision and recall of all the algorithms. </a:t>
            </a:r>
            <a:endParaRPr kumimoji="0" lang="en-US" altLang="en-US" sz="2000" b="0" i="0" u="none" strike="noStrike" cap="none" normalizeH="0" baseline="0" dirty="0">
              <a:ln>
                <a:noFill/>
              </a:ln>
              <a:solidFill>
                <a:schemeClr val="tx1"/>
              </a:solidFill>
              <a:effectLst/>
              <a:latin typeface="Times New Roman" panose="02020603050405020304" pitchFamily="18" charset="0"/>
            </a:endParaRPr>
          </a:p>
        </p:txBody>
      </p:sp>
      <p:sp>
        <p:nvSpPr>
          <p:cNvPr id="22" name="Text Placeholder 13">
            <a:extLst>
              <a:ext uri="{FF2B5EF4-FFF2-40B4-BE49-F238E27FC236}">
                <a16:creationId xmlns:a16="http://schemas.microsoft.com/office/drawing/2014/main" id="{C8619CB0-D285-D059-6522-DA722222DF2F}"/>
              </a:ext>
            </a:extLst>
          </p:cNvPr>
          <p:cNvSpPr txBox="1">
            <a:spLocks/>
          </p:cNvSpPr>
          <p:nvPr/>
        </p:nvSpPr>
        <p:spPr>
          <a:xfrm>
            <a:off x="22481950" y="14100720"/>
            <a:ext cx="10056813" cy="2381848"/>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800" kern="1200">
                <a:solidFill>
                  <a:schemeClr val="tx2"/>
                </a:solidFill>
                <a:latin typeface="Helvetica" pitchFamily="2"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lnSpc>
                <a:spcPct val="107000"/>
              </a:lnSpc>
              <a:spcAft>
                <a:spcPts val="800"/>
              </a:spcAft>
            </a:pPr>
            <a:r>
              <a:rPr lang="en-US"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COMPARISON OF EVALUATION METRICS</a:t>
            </a:r>
          </a:p>
          <a:p>
            <a:pPr algn="just">
              <a:lnSpc>
                <a:spcPct val="107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Accuracy, precision, and Recall have been noted down for the 7 models and a Bar graph has been plotted which helps in the comparison of the evaluation metrics of each model. In fig 14.0, we can observe that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LightGBM</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model has the highest Accuracy and Recall and Precision is the highest in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CatBoost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model.</a:t>
            </a:r>
          </a:p>
        </p:txBody>
      </p:sp>
      <p:pic>
        <p:nvPicPr>
          <p:cNvPr id="13" name="Picture 12">
            <a:extLst>
              <a:ext uri="{FF2B5EF4-FFF2-40B4-BE49-F238E27FC236}">
                <a16:creationId xmlns:a16="http://schemas.microsoft.com/office/drawing/2014/main" id="{6B00A571-8D72-6919-A9B9-F179E8E9DE56}"/>
              </a:ext>
            </a:extLst>
          </p:cNvPr>
          <p:cNvPicPr>
            <a:picLocks noChangeAspect="1"/>
          </p:cNvPicPr>
          <p:nvPr/>
        </p:nvPicPr>
        <p:blipFill>
          <a:blip r:embed="rId2"/>
          <a:stretch>
            <a:fillRect/>
          </a:stretch>
        </p:blipFill>
        <p:spPr>
          <a:xfrm>
            <a:off x="559462" y="25027421"/>
            <a:ext cx="9492444" cy="4811439"/>
          </a:xfrm>
          <a:prstGeom prst="rect">
            <a:avLst/>
          </a:prstGeom>
        </p:spPr>
      </p:pic>
      <p:pic>
        <p:nvPicPr>
          <p:cNvPr id="18" name="Picture 6">
            <a:extLst>
              <a:ext uri="{FF2B5EF4-FFF2-40B4-BE49-F238E27FC236}">
                <a16:creationId xmlns:a16="http://schemas.microsoft.com/office/drawing/2014/main" id="{47A61BCD-B345-D1FA-D012-32055F6B04ED}"/>
              </a:ext>
            </a:extLst>
          </p:cNvPr>
          <p:cNvPicPr>
            <a:picLocks noChangeAspect="1"/>
          </p:cNvPicPr>
          <p:nvPr/>
        </p:nvPicPr>
        <p:blipFill>
          <a:blip r:embed="rId3"/>
          <a:stretch>
            <a:fillRect/>
          </a:stretch>
        </p:blipFill>
        <p:spPr>
          <a:xfrm>
            <a:off x="11422056" y="11347286"/>
            <a:ext cx="4520544" cy="3907954"/>
          </a:xfrm>
          <a:prstGeom prst="rect">
            <a:avLst/>
          </a:prstGeom>
        </p:spPr>
      </p:pic>
      <p:pic>
        <p:nvPicPr>
          <p:cNvPr id="19" name="Picture 5">
            <a:extLst>
              <a:ext uri="{FF2B5EF4-FFF2-40B4-BE49-F238E27FC236}">
                <a16:creationId xmlns:a16="http://schemas.microsoft.com/office/drawing/2014/main" id="{43C53A91-75B9-2347-40B0-04D62425E57C}"/>
              </a:ext>
            </a:extLst>
          </p:cNvPr>
          <p:cNvPicPr>
            <a:picLocks noChangeAspect="1"/>
          </p:cNvPicPr>
          <p:nvPr/>
        </p:nvPicPr>
        <p:blipFill>
          <a:blip r:embed="rId4"/>
          <a:stretch>
            <a:fillRect/>
          </a:stretch>
        </p:blipFill>
        <p:spPr>
          <a:xfrm>
            <a:off x="16576807" y="11462169"/>
            <a:ext cx="4545248" cy="3901763"/>
          </a:xfrm>
          <a:prstGeom prst="rect">
            <a:avLst/>
          </a:prstGeom>
        </p:spPr>
      </p:pic>
      <p:pic>
        <p:nvPicPr>
          <p:cNvPr id="25" name="Picture 24">
            <a:extLst>
              <a:ext uri="{FF2B5EF4-FFF2-40B4-BE49-F238E27FC236}">
                <a16:creationId xmlns:a16="http://schemas.microsoft.com/office/drawing/2014/main" id="{7CC6F5EB-A0FB-31D6-CAAF-2895A38A3353}"/>
              </a:ext>
            </a:extLst>
          </p:cNvPr>
          <p:cNvPicPr>
            <a:picLocks noChangeAspect="1"/>
          </p:cNvPicPr>
          <p:nvPr/>
        </p:nvPicPr>
        <p:blipFill>
          <a:blip r:embed="rId5"/>
          <a:stretch>
            <a:fillRect/>
          </a:stretch>
        </p:blipFill>
        <p:spPr>
          <a:xfrm>
            <a:off x="12174987" y="22678392"/>
            <a:ext cx="8640850" cy="5584718"/>
          </a:xfrm>
          <a:prstGeom prst="rect">
            <a:avLst/>
          </a:prstGeom>
        </p:spPr>
      </p:pic>
      <p:pic>
        <p:nvPicPr>
          <p:cNvPr id="39" name="Picture 38">
            <a:extLst>
              <a:ext uri="{FF2B5EF4-FFF2-40B4-BE49-F238E27FC236}">
                <a16:creationId xmlns:a16="http://schemas.microsoft.com/office/drawing/2014/main" id="{4EEF44D0-3460-83CE-AA60-C7555951CFE2}"/>
              </a:ext>
            </a:extLst>
          </p:cNvPr>
          <p:cNvPicPr>
            <a:picLocks noChangeAspect="1"/>
          </p:cNvPicPr>
          <p:nvPr/>
        </p:nvPicPr>
        <p:blipFill>
          <a:blip r:embed="rId6"/>
          <a:stretch>
            <a:fillRect/>
          </a:stretch>
        </p:blipFill>
        <p:spPr>
          <a:xfrm>
            <a:off x="22856435" y="7392213"/>
            <a:ext cx="8146634" cy="6203806"/>
          </a:xfrm>
          <a:prstGeom prst="rect">
            <a:avLst/>
          </a:prstGeom>
        </p:spPr>
      </p:pic>
      <p:pic>
        <p:nvPicPr>
          <p:cNvPr id="42" name="Picture 41" descr="Chart, bar chart&#10;&#10;Description automatically generated">
            <a:extLst>
              <a:ext uri="{FF2B5EF4-FFF2-40B4-BE49-F238E27FC236}">
                <a16:creationId xmlns:a16="http://schemas.microsoft.com/office/drawing/2014/main" id="{AC7C236D-9F1D-7C28-CDDD-A444B2D666CD}"/>
              </a:ext>
            </a:extLst>
          </p:cNvPr>
          <p:cNvPicPr>
            <a:picLocks noChangeAspect="1"/>
          </p:cNvPicPr>
          <p:nvPr/>
        </p:nvPicPr>
        <p:blipFill>
          <a:blip r:embed="rId7"/>
          <a:stretch>
            <a:fillRect/>
          </a:stretch>
        </p:blipFill>
        <p:spPr>
          <a:xfrm>
            <a:off x="22459668" y="16844268"/>
            <a:ext cx="9493072" cy="6180252"/>
          </a:xfrm>
          <a:prstGeom prst="rect">
            <a:avLst/>
          </a:prstGeom>
        </p:spPr>
      </p:pic>
      <p:pic>
        <p:nvPicPr>
          <p:cNvPr id="5" name="Picture 4" descr="Chart&#10;&#10;Description automatically generated">
            <a:extLst>
              <a:ext uri="{FF2B5EF4-FFF2-40B4-BE49-F238E27FC236}">
                <a16:creationId xmlns:a16="http://schemas.microsoft.com/office/drawing/2014/main" id="{7BD1695E-FE7E-BB81-4945-F6394042877D}"/>
              </a:ext>
            </a:extLst>
          </p:cNvPr>
          <p:cNvPicPr>
            <a:picLocks noChangeAspect="1"/>
          </p:cNvPicPr>
          <p:nvPr/>
        </p:nvPicPr>
        <p:blipFill>
          <a:blip r:embed="rId8"/>
          <a:stretch>
            <a:fillRect/>
          </a:stretch>
        </p:blipFill>
        <p:spPr>
          <a:xfrm>
            <a:off x="22442303" y="28175184"/>
            <a:ext cx="4221454" cy="2952512"/>
          </a:xfrm>
          <a:prstGeom prst="rect">
            <a:avLst/>
          </a:prstGeom>
        </p:spPr>
      </p:pic>
      <p:pic>
        <p:nvPicPr>
          <p:cNvPr id="12" name="Picture 11" descr="Chart, line chart&#10;&#10;Description automatically generated">
            <a:extLst>
              <a:ext uri="{FF2B5EF4-FFF2-40B4-BE49-F238E27FC236}">
                <a16:creationId xmlns:a16="http://schemas.microsoft.com/office/drawing/2014/main" id="{347ADA98-0761-D17C-2E09-FF661A2DB854}"/>
              </a:ext>
            </a:extLst>
          </p:cNvPr>
          <p:cNvPicPr>
            <a:picLocks noChangeAspect="1"/>
          </p:cNvPicPr>
          <p:nvPr/>
        </p:nvPicPr>
        <p:blipFill>
          <a:blip r:embed="rId9"/>
          <a:stretch>
            <a:fillRect/>
          </a:stretch>
        </p:blipFill>
        <p:spPr>
          <a:xfrm>
            <a:off x="27711679" y="28175184"/>
            <a:ext cx="4221454" cy="2990776"/>
          </a:xfrm>
          <a:prstGeom prst="rect">
            <a:avLst/>
          </a:prstGeom>
        </p:spPr>
      </p:pic>
      <p:sp>
        <p:nvSpPr>
          <p:cNvPr id="27" name="Text Placeholder 5">
            <a:extLst>
              <a:ext uri="{FF2B5EF4-FFF2-40B4-BE49-F238E27FC236}">
                <a16:creationId xmlns:a16="http://schemas.microsoft.com/office/drawing/2014/main" id="{C1BB6DFA-496B-F6D1-A757-097DCA15ACE4}"/>
              </a:ext>
            </a:extLst>
          </p:cNvPr>
          <p:cNvSpPr txBox="1">
            <a:spLocks/>
          </p:cNvSpPr>
          <p:nvPr/>
        </p:nvSpPr>
        <p:spPr>
          <a:xfrm>
            <a:off x="32814617" y="4454988"/>
            <a:ext cx="10060283" cy="7540504"/>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800" kern="1200">
                <a:solidFill>
                  <a:schemeClr val="tx2"/>
                </a:solidFill>
                <a:latin typeface="Helvetica" pitchFamily="2"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rPr>
              <a:t>3.</a:t>
            </a:r>
            <a:r>
              <a:rPr lang="en-IN" sz="2000" dirty="0">
                <a:effectLst/>
                <a:latin typeface="Times New Roman" panose="02020603050405020304" pitchFamily="18" charset="0"/>
                <a:ea typeface="Calibri" panose="020F0502020204030204" pitchFamily="34" charset="0"/>
              </a:rPr>
              <a:t> Gradient Boosting Classifier                                       4.</a:t>
            </a:r>
            <a:r>
              <a:rPr lang="en-IN" sz="1400" dirty="0">
                <a:latin typeface="Times New Roman" panose="02020603050405020304" pitchFamily="18" charset="0"/>
                <a:ea typeface="Calibri" panose="020F0502020204030204" pitchFamily="34" charset="0"/>
                <a:cs typeface="Times New Roman" panose="02020603050405020304" pitchFamily="18" charset="0"/>
              </a:rPr>
              <a:t> . </a:t>
            </a:r>
            <a:r>
              <a:rPr lang="en-IN" sz="2000" dirty="0">
                <a:effectLst/>
                <a:latin typeface="Times New Roman" panose="02020603050405020304" pitchFamily="18" charset="0"/>
                <a:ea typeface="Calibri" panose="020F0502020204030204" pitchFamily="34" charset="0"/>
              </a:rPr>
              <a:t>Light GBM </a:t>
            </a:r>
          </a:p>
          <a:p>
            <a:pPr algn="just" defTabSz="914400" eaLnBrk="0" fontAlgn="base" hangingPunct="0">
              <a:spcBef>
                <a:spcPct val="0"/>
              </a:spcBef>
              <a:spcAft>
                <a:spcPct val="0"/>
              </a:spcAft>
            </a:pPr>
            <a:endParaRPr lang="en-IN" sz="2000" dirty="0">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effectLst/>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effectLst/>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effectLst/>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effectLst/>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endParaRPr lang="en-IN" sz="2000" dirty="0">
              <a:latin typeface="Times New Roman" panose="02020603050405020304" pitchFamily="18" charset="0"/>
              <a:ea typeface="Calibri" panose="020F0502020204030204" pitchFamily="34" charset="0"/>
            </a:endParaRPr>
          </a:p>
          <a:p>
            <a:pPr algn="just" defTabSz="914400" eaLnBrk="0" fontAlgn="base" hangingPunct="0">
              <a:spcBef>
                <a:spcPct val="0"/>
              </a:spcBef>
              <a:spcAft>
                <a:spcPct val="0"/>
              </a:spcAft>
            </a:pPr>
            <a:r>
              <a:rPr lang="en-IN" sz="2000" dirty="0">
                <a:effectLst/>
                <a:latin typeface="Times New Roman" panose="02020603050405020304" pitchFamily="18" charset="0"/>
                <a:ea typeface="Calibri" panose="020F0502020204030204" pitchFamily="34" charset="0"/>
              </a:rPr>
              <a:t>5.</a:t>
            </a:r>
            <a:r>
              <a:rPr lang="en-IN" sz="1400" dirty="0"/>
              <a:t> </a:t>
            </a:r>
            <a:r>
              <a:rPr lang="en-IN" sz="2000" dirty="0">
                <a:effectLst/>
                <a:latin typeface="Times New Roman" panose="02020603050405020304" pitchFamily="18" charset="0"/>
                <a:ea typeface="Calibri" panose="020F0502020204030204" pitchFamily="34" charset="0"/>
              </a:rPr>
              <a:t>Decision Tree                                                               6.</a:t>
            </a:r>
            <a:r>
              <a:rPr lang="en-IN" sz="2000" dirty="0">
                <a:effectLst/>
                <a:latin typeface="Calibri" panose="020F0502020204030204" pitchFamily="34" charset="0"/>
                <a:ea typeface="Calibri" panose="020F0502020204030204" pitchFamily="34" charset="0"/>
                <a:cs typeface="Times New Roman" panose="02020603050405020304" pitchFamily="18" charset="0"/>
              </a:rPr>
              <a:t> . </a:t>
            </a:r>
            <a:r>
              <a:rPr lang="en-IN" sz="2000" dirty="0">
                <a:effectLst/>
                <a:latin typeface="Times New Roman" panose="02020603050405020304" pitchFamily="18" charset="0"/>
                <a:ea typeface="Calibri" panose="020F0502020204030204" pitchFamily="34" charset="0"/>
              </a:rPr>
              <a:t>Ada Booster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defTabSz="914400" eaLnBrk="0" fontAlgn="base" hangingPunct="0">
              <a:spcBef>
                <a:spcPct val="0"/>
              </a:spcBef>
              <a:spcAft>
                <a:spcPct val="0"/>
              </a:spcAft>
            </a:pPr>
            <a:endParaRPr lang="en-IN" sz="2000" dirty="0">
              <a:effectLst/>
              <a:latin typeface="Times New Roman" panose="02020603050405020304" pitchFamily="18" charset="0"/>
              <a:ea typeface="Calibri" panose="020F0502020204030204" pitchFamily="34"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rPr>
              <a:t>7.CatBoost</a:t>
            </a:r>
            <a:endParaRPr kumimoji="0" lang="en-US" altLang="en-US" sz="2000" b="0" i="0" u="none" strike="noStrike" cap="none" normalizeH="0" baseline="0" dirty="0">
              <a:ln>
                <a:noFill/>
              </a:ln>
              <a:solidFill>
                <a:schemeClr val="tx1"/>
              </a:solidFill>
              <a:effectLst/>
              <a:latin typeface="Times New Roman" panose="02020603050405020304" pitchFamily="18" charset="0"/>
            </a:endParaRPr>
          </a:p>
        </p:txBody>
      </p:sp>
      <p:pic>
        <p:nvPicPr>
          <p:cNvPr id="28" name="Picture 27" descr="Chart, line chart&#10;&#10;Description automatically generated">
            <a:extLst>
              <a:ext uri="{FF2B5EF4-FFF2-40B4-BE49-F238E27FC236}">
                <a16:creationId xmlns:a16="http://schemas.microsoft.com/office/drawing/2014/main" id="{D22F029A-7D68-23A6-47C3-6CB99F5C51AF}"/>
              </a:ext>
            </a:extLst>
          </p:cNvPr>
          <p:cNvPicPr>
            <a:picLocks noChangeAspect="1"/>
          </p:cNvPicPr>
          <p:nvPr/>
        </p:nvPicPr>
        <p:blipFill>
          <a:blip r:embed="rId10"/>
          <a:stretch>
            <a:fillRect/>
          </a:stretch>
        </p:blipFill>
        <p:spPr>
          <a:xfrm>
            <a:off x="38733557" y="8361787"/>
            <a:ext cx="3537765" cy="2505393"/>
          </a:xfrm>
          <a:prstGeom prst="rect">
            <a:avLst/>
          </a:prstGeom>
        </p:spPr>
      </p:pic>
      <p:pic>
        <p:nvPicPr>
          <p:cNvPr id="30" name="Picture 29" descr="Chart, line chart&#10;&#10;Description automatically generated">
            <a:extLst>
              <a:ext uri="{FF2B5EF4-FFF2-40B4-BE49-F238E27FC236}">
                <a16:creationId xmlns:a16="http://schemas.microsoft.com/office/drawing/2014/main" id="{BDD41972-69B5-D5B6-A330-56867F3D6ADA}"/>
              </a:ext>
            </a:extLst>
          </p:cNvPr>
          <p:cNvPicPr>
            <a:picLocks noChangeAspect="1"/>
          </p:cNvPicPr>
          <p:nvPr/>
        </p:nvPicPr>
        <p:blipFill>
          <a:blip r:embed="rId11"/>
          <a:stretch>
            <a:fillRect/>
          </a:stretch>
        </p:blipFill>
        <p:spPr>
          <a:xfrm>
            <a:off x="33452271" y="5163693"/>
            <a:ext cx="3721964" cy="2635962"/>
          </a:xfrm>
          <a:prstGeom prst="rect">
            <a:avLst/>
          </a:prstGeom>
        </p:spPr>
      </p:pic>
      <p:pic>
        <p:nvPicPr>
          <p:cNvPr id="31" name="Picture 30" descr="Chart&#10;&#10;Description automatically generated">
            <a:extLst>
              <a:ext uri="{FF2B5EF4-FFF2-40B4-BE49-F238E27FC236}">
                <a16:creationId xmlns:a16="http://schemas.microsoft.com/office/drawing/2014/main" id="{7DE33679-EB31-0699-AE01-461E14B56EE1}"/>
              </a:ext>
            </a:extLst>
          </p:cNvPr>
          <p:cNvPicPr>
            <a:picLocks noChangeAspect="1"/>
          </p:cNvPicPr>
          <p:nvPr/>
        </p:nvPicPr>
        <p:blipFill>
          <a:blip r:embed="rId12"/>
          <a:stretch>
            <a:fillRect/>
          </a:stretch>
        </p:blipFill>
        <p:spPr>
          <a:xfrm>
            <a:off x="38665310" y="5163693"/>
            <a:ext cx="3606012" cy="2521897"/>
          </a:xfrm>
          <a:prstGeom prst="rect">
            <a:avLst/>
          </a:prstGeom>
        </p:spPr>
      </p:pic>
      <p:pic>
        <p:nvPicPr>
          <p:cNvPr id="32" name="Picture 31" descr="Chart, line chart&#10;&#10;Description automatically generated">
            <a:extLst>
              <a:ext uri="{FF2B5EF4-FFF2-40B4-BE49-F238E27FC236}">
                <a16:creationId xmlns:a16="http://schemas.microsoft.com/office/drawing/2014/main" id="{C51BC0D3-50E1-504B-A8B3-FA15C597B3E3}"/>
              </a:ext>
            </a:extLst>
          </p:cNvPr>
          <p:cNvPicPr>
            <a:picLocks noChangeAspect="1"/>
          </p:cNvPicPr>
          <p:nvPr/>
        </p:nvPicPr>
        <p:blipFill>
          <a:blip r:embed="rId13"/>
          <a:stretch>
            <a:fillRect/>
          </a:stretch>
        </p:blipFill>
        <p:spPr>
          <a:xfrm>
            <a:off x="33452271" y="8355473"/>
            <a:ext cx="3537764" cy="2474330"/>
          </a:xfrm>
          <a:prstGeom prst="rect">
            <a:avLst/>
          </a:prstGeom>
        </p:spPr>
      </p:pic>
      <p:pic>
        <p:nvPicPr>
          <p:cNvPr id="33" name="Picture 32" descr="Chart&#10;&#10;Description automatically generated">
            <a:extLst>
              <a:ext uri="{FF2B5EF4-FFF2-40B4-BE49-F238E27FC236}">
                <a16:creationId xmlns:a16="http://schemas.microsoft.com/office/drawing/2014/main" id="{2424360E-2DFC-36EC-0806-659DF2FD1EAD}"/>
              </a:ext>
            </a:extLst>
          </p:cNvPr>
          <p:cNvPicPr>
            <a:picLocks noChangeAspect="1"/>
          </p:cNvPicPr>
          <p:nvPr/>
        </p:nvPicPr>
        <p:blipFill>
          <a:blip r:embed="rId14"/>
          <a:stretch>
            <a:fillRect/>
          </a:stretch>
        </p:blipFill>
        <p:spPr>
          <a:xfrm>
            <a:off x="34939621" y="11385621"/>
            <a:ext cx="3721686" cy="2639412"/>
          </a:xfrm>
          <a:prstGeom prst="rect">
            <a:avLst/>
          </a:prstGeom>
        </p:spPr>
      </p:pic>
      <p:sp>
        <p:nvSpPr>
          <p:cNvPr id="23" name="TextBox 22">
            <a:extLst>
              <a:ext uri="{FF2B5EF4-FFF2-40B4-BE49-F238E27FC236}">
                <a16:creationId xmlns:a16="http://schemas.microsoft.com/office/drawing/2014/main" id="{0FF2A4A5-4127-7BDF-EA56-57A3BAAED24E}"/>
              </a:ext>
            </a:extLst>
          </p:cNvPr>
          <p:cNvSpPr txBox="1"/>
          <p:nvPr/>
        </p:nvSpPr>
        <p:spPr>
          <a:xfrm>
            <a:off x="17424950" y="3185097"/>
            <a:ext cx="7651775" cy="907941"/>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School of CSE, REVA University, Bangalore, India </a:t>
            </a:r>
          </a:p>
          <a:p>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292462"/>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2242</TotalTime>
  <Words>1797</Words>
  <Application>Microsoft Office PowerPoint</Application>
  <PresentationFormat>Custom</PresentationFormat>
  <Paragraphs>109</Paragraphs>
  <Slides>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Arial</vt:lpstr>
      <vt:lpstr>Arial Black</vt:lpstr>
      <vt:lpstr>Calibri</vt:lpstr>
      <vt:lpstr>Helvetica</vt:lpstr>
      <vt:lpstr>Helvetica Light</vt:lpstr>
      <vt:lpstr>Roboto Medium</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Tharun</cp:lastModifiedBy>
  <cp:revision>124</cp:revision>
  <dcterms:created xsi:type="dcterms:W3CDTF">2012-02-03T19:11:35Z</dcterms:created>
  <dcterms:modified xsi:type="dcterms:W3CDTF">2023-05-11T08:30:34Z</dcterms:modified>
  <cp:category>Research poster templates</cp:category>
</cp:coreProperties>
</file>